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7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12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13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notesMasterIdLst>
    <p:notesMasterId r:id="rId86"/>
  </p:notesMasterIdLst>
  <p:sldIdLst>
    <p:sldId id="258" r:id="rId2"/>
    <p:sldId id="358" r:id="rId3"/>
    <p:sldId id="342" r:id="rId4"/>
    <p:sldId id="260" r:id="rId5"/>
    <p:sldId id="325" r:id="rId6"/>
    <p:sldId id="364" r:id="rId7"/>
    <p:sldId id="350" r:id="rId8"/>
    <p:sldId id="352" r:id="rId9"/>
    <p:sldId id="263" r:id="rId10"/>
    <p:sldId id="356" r:id="rId11"/>
    <p:sldId id="335" r:id="rId12"/>
    <p:sldId id="347" r:id="rId13"/>
    <p:sldId id="348" r:id="rId14"/>
    <p:sldId id="265" r:id="rId15"/>
    <p:sldId id="359" r:id="rId16"/>
    <p:sldId id="326" r:id="rId17"/>
    <p:sldId id="373" r:id="rId18"/>
    <p:sldId id="360" r:id="rId19"/>
    <p:sldId id="267" r:id="rId20"/>
    <p:sldId id="268" r:id="rId21"/>
    <p:sldId id="271" r:id="rId22"/>
    <p:sldId id="328" r:id="rId23"/>
    <p:sldId id="353" r:id="rId24"/>
    <p:sldId id="365" r:id="rId25"/>
    <p:sldId id="366" r:id="rId26"/>
    <p:sldId id="368" r:id="rId27"/>
    <p:sldId id="367" r:id="rId28"/>
    <p:sldId id="369" r:id="rId29"/>
    <p:sldId id="278" r:id="rId30"/>
    <p:sldId id="329" r:id="rId31"/>
    <p:sldId id="330" r:id="rId32"/>
    <p:sldId id="319" r:id="rId33"/>
    <p:sldId id="281" r:id="rId34"/>
    <p:sldId id="324" r:id="rId35"/>
    <p:sldId id="284" r:id="rId36"/>
    <p:sldId id="370" r:id="rId37"/>
    <p:sldId id="371" r:id="rId38"/>
    <p:sldId id="285" r:id="rId39"/>
    <p:sldId id="323" r:id="rId40"/>
    <p:sldId id="331" r:id="rId41"/>
    <p:sldId id="332" r:id="rId42"/>
    <p:sldId id="361" r:id="rId43"/>
    <p:sldId id="289" r:id="rId44"/>
    <p:sldId id="372" r:id="rId45"/>
    <p:sldId id="290" r:id="rId46"/>
    <p:sldId id="375" r:id="rId47"/>
    <p:sldId id="291" r:id="rId48"/>
    <p:sldId id="355" r:id="rId49"/>
    <p:sldId id="292" r:id="rId50"/>
    <p:sldId id="293" r:id="rId51"/>
    <p:sldId id="376" r:id="rId52"/>
    <p:sldId id="378" r:id="rId53"/>
    <p:sldId id="379" r:id="rId54"/>
    <p:sldId id="377" r:id="rId55"/>
    <p:sldId id="380" r:id="rId56"/>
    <p:sldId id="381" r:id="rId57"/>
    <p:sldId id="337" r:id="rId58"/>
    <p:sldId id="294" r:id="rId59"/>
    <p:sldId id="288" r:id="rId60"/>
    <p:sldId id="295" r:id="rId61"/>
    <p:sldId id="316" r:id="rId62"/>
    <p:sldId id="338" r:id="rId63"/>
    <p:sldId id="296" r:id="rId64"/>
    <p:sldId id="339" r:id="rId65"/>
    <p:sldId id="340" r:id="rId66"/>
    <p:sldId id="297" r:id="rId67"/>
    <p:sldId id="298" r:id="rId68"/>
    <p:sldId id="299" r:id="rId69"/>
    <p:sldId id="301" r:id="rId70"/>
    <p:sldId id="302" r:id="rId71"/>
    <p:sldId id="304" r:id="rId72"/>
    <p:sldId id="305" r:id="rId73"/>
    <p:sldId id="341" r:id="rId74"/>
    <p:sldId id="310" r:id="rId75"/>
    <p:sldId id="343" r:id="rId76"/>
    <p:sldId id="344" r:id="rId77"/>
    <p:sldId id="312" r:id="rId78"/>
    <p:sldId id="374" r:id="rId79"/>
    <p:sldId id="311" r:id="rId80"/>
    <p:sldId id="345" r:id="rId81"/>
    <p:sldId id="315" r:id="rId82"/>
    <p:sldId id="346" r:id="rId83"/>
    <p:sldId id="307" r:id="rId84"/>
    <p:sldId id="313" r:id="rId85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6" autoAdjust="0"/>
    <p:restoredTop sz="97842" autoAdjust="0"/>
  </p:normalViewPr>
  <p:slideViewPr>
    <p:cSldViewPr showGuides="1">
      <p:cViewPr varScale="1">
        <p:scale>
          <a:sx n="86" d="100"/>
          <a:sy n="86" d="100"/>
        </p:scale>
        <p:origin x="132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389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BB7828-044F-4C00-B983-92AE9D285542}" type="doc">
      <dgm:prSet loTypeId="urn:microsoft.com/office/officeart/2005/8/layout/chevron2" loCatId="process" qsTypeId="urn:microsoft.com/office/officeart/2005/8/quickstyle/simple1#3" qsCatId="simple" csTypeId="urn:microsoft.com/office/officeart/2005/8/colors/colorful1#1" csCatId="colorful" phldr="1"/>
      <dgm:spPr/>
      <dgm:t>
        <a:bodyPr/>
        <a:lstStyle/>
        <a:p>
          <a:endParaRPr lang="ru-RU"/>
        </a:p>
      </dgm:t>
    </dgm:pt>
    <dgm:pt modelId="{F16FBA84-3FE0-4EA8-A8E7-D7BEFA0BC44D}">
      <dgm:prSet/>
      <dgm:spPr/>
      <dgm:t>
        <a:bodyPr/>
        <a:lstStyle/>
        <a:p>
          <a:pPr rtl="0"/>
          <a:r>
            <a:rPr lang="ru-RU" dirty="0"/>
            <a:t>1</a:t>
          </a:r>
        </a:p>
      </dgm:t>
    </dgm:pt>
    <dgm:pt modelId="{DA8682BC-1841-4876-B919-2562FF93ADD7}" type="parTrans" cxnId="{73BEB26A-FEC1-4BD4-BCA8-D72551643B5F}">
      <dgm:prSet/>
      <dgm:spPr/>
      <dgm:t>
        <a:bodyPr/>
        <a:lstStyle/>
        <a:p>
          <a:endParaRPr lang="ru-RU"/>
        </a:p>
      </dgm:t>
    </dgm:pt>
    <dgm:pt modelId="{C9423C32-1B90-45EF-BC82-42EA1BDD3000}" type="sibTrans" cxnId="{73BEB26A-FEC1-4BD4-BCA8-D72551643B5F}">
      <dgm:prSet/>
      <dgm:spPr/>
      <dgm:t>
        <a:bodyPr/>
        <a:lstStyle/>
        <a:p>
          <a:endParaRPr lang="ru-RU"/>
        </a:p>
      </dgm:t>
    </dgm:pt>
    <dgm:pt modelId="{954F7293-B4BF-469F-89D3-D074F7BC0FD2}">
      <dgm:prSet/>
      <dgm:spPr/>
      <dgm:t>
        <a:bodyPr/>
        <a:lstStyle/>
        <a:p>
          <a:pPr rtl="0"/>
          <a:r>
            <a:rPr lang="ru-RU" dirty="0"/>
            <a:t>3</a:t>
          </a:r>
        </a:p>
      </dgm:t>
    </dgm:pt>
    <dgm:pt modelId="{21C6D631-B145-4425-9E2C-30CD883B0B6F}" type="parTrans" cxnId="{B085C04C-2641-4CF4-8173-86EEDD870252}">
      <dgm:prSet/>
      <dgm:spPr/>
      <dgm:t>
        <a:bodyPr/>
        <a:lstStyle/>
        <a:p>
          <a:endParaRPr lang="ru-RU"/>
        </a:p>
      </dgm:t>
    </dgm:pt>
    <dgm:pt modelId="{9C772679-59F7-4705-8B50-D0E432E2D260}" type="sibTrans" cxnId="{B085C04C-2641-4CF4-8173-86EEDD870252}">
      <dgm:prSet/>
      <dgm:spPr/>
      <dgm:t>
        <a:bodyPr/>
        <a:lstStyle/>
        <a:p>
          <a:endParaRPr lang="ru-RU"/>
        </a:p>
      </dgm:t>
    </dgm:pt>
    <dgm:pt modelId="{4C66A3FD-179A-4271-BBFD-46FC0B3895A8}">
      <dgm:prSet/>
      <dgm:spPr/>
      <dgm:t>
        <a:bodyPr/>
        <a:lstStyle/>
        <a:p>
          <a:pPr rtl="0"/>
          <a:r>
            <a:rPr lang="ru-RU" dirty="0"/>
            <a:t>4</a:t>
          </a:r>
        </a:p>
      </dgm:t>
    </dgm:pt>
    <dgm:pt modelId="{AD1E44D5-81E3-41E8-B571-E199A71F48B5}" type="parTrans" cxnId="{DE0E52D4-C75C-4B2D-819D-564945F4D426}">
      <dgm:prSet/>
      <dgm:spPr/>
      <dgm:t>
        <a:bodyPr/>
        <a:lstStyle/>
        <a:p>
          <a:endParaRPr lang="ru-RU"/>
        </a:p>
      </dgm:t>
    </dgm:pt>
    <dgm:pt modelId="{19AEE46D-8104-43AD-9ECB-F909EE04C6BD}" type="sibTrans" cxnId="{DE0E52D4-C75C-4B2D-819D-564945F4D426}">
      <dgm:prSet/>
      <dgm:spPr/>
      <dgm:t>
        <a:bodyPr/>
        <a:lstStyle/>
        <a:p>
          <a:endParaRPr lang="ru-RU"/>
        </a:p>
      </dgm:t>
    </dgm:pt>
    <dgm:pt modelId="{DF155BB9-A8DA-45D5-B2F9-B92C64936AF1}">
      <dgm:prSet custT="1"/>
      <dgm:spPr/>
      <dgm:t>
        <a:bodyPr/>
        <a:lstStyle/>
        <a:p>
          <a:pPr rtl="0"/>
          <a:r>
            <a:rPr lang="ru-RU" sz="2000" dirty="0"/>
            <a:t>планирование процессов, т.е. распределение процессорного времени между несколькими одновременно выполняющимися в системе процессами</a:t>
          </a:r>
        </a:p>
      </dgm:t>
    </dgm:pt>
    <dgm:pt modelId="{E75FEE5E-B5A1-4B21-9920-7F91303AB7BF}" type="parTrans" cxnId="{B1E723C6-3E8A-49C7-B491-9D3DDE6E7AE8}">
      <dgm:prSet/>
      <dgm:spPr/>
      <dgm:t>
        <a:bodyPr/>
        <a:lstStyle/>
        <a:p>
          <a:endParaRPr lang="ru-RU"/>
        </a:p>
      </dgm:t>
    </dgm:pt>
    <dgm:pt modelId="{75FB66E4-8629-4FC8-9692-E26DE0E3D403}" type="sibTrans" cxnId="{B1E723C6-3E8A-49C7-B491-9D3DDE6E7AE8}">
      <dgm:prSet/>
      <dgm:spPr/>
      <dgm:t>
        <a:bodyPr/>
        <a:lstStyle/>
        <a:p>
          <a:endParaRPr lang="ru-RU"/>
        </a:p>
      </dgm:t>
    </dgm:pt>
    <dgm:pt modelId="{3B311E56-F753-488D-8C6A-7A5B524074EC}">
      <dgm:prSet/>
      <dgm:spPr/>
      <dgm:t>
        <a:bodyPr/>
        <a:lstStyle/>
        <a:p>
          <a:r>
            <a:rPr lang="ru-RU" dirty="0"/>
            <a:t>2</a:t>
          </a:r>
        </a:p>
      </dgm:t>
    </dgm:pt>
    <dgm:pt modelId="{E1A614B3-82A4-4E6E-930F-28410BEBB35B}" type="parTrans" cxnId="{0AF5568A-501E-45D9-8402-A2D906797928}">
      <dgm:prSet/>
      <dgm:spPr/>
      <dgm:t>
        <a:bodyPr/>
        <a:lstStyle/>
        <a:p>
          <a:endParaRPr lang="ru-RU"/>
        </a:p>
      </dgm:t>
    </dgm:pt>
    <dgm:pt modelId="{860452C3-4A9B-4172-9EBE-2173EB587DC4}" type="sibTrans" cxnId="{0AF5568A-501E-45D9-8402-A2D906797928}">
      <dgm:prSet/>
      <dgm:spPr/>
      <dgm:t>
        <a:bodyPr/>
        <a:lstStyle/>
        <a:p>
          <a:endParaRPr lang="ru-RU"/>
        </a:p>
      </dgm:t>
    </dgm:pt>
    <dgm:pt modelId="{42619716-4749-4325-9F03-9CCD643F1BAD}">
      <dgm:prSet custT="1"/>
      <dgm:spPr/>
      <dgm:t>
        <a:bodyPr/>
        <a:lstStyle/>
        <a:p>
          <a:pPr rtl="0"/>
          <a:r>
            <a:rPr lang="ru-RU" sz="2000" dirty="0"/>
            <a:t>наделение процессов необходимыми системными ресурсами</a:t>
          </a:r>
        </a:p>
      </dgm:t>
    </dgm:pt>
    <dgm:pt modelId="{86E46BA7-A6A3-4118-95DD-1B1AD151E21B}" type="parTrans" cxnId="{430E4330-7F8C-4020-92BA-1ECBE840E2DC}">
      <dgm:prSet/>
      <dgm:spPr/>
      <dgm:t>
        <a:bodyPr/>
        <a:lstStyle/>
        <a:p>
          <a:endParaRPr lang="ru-RU"/>
        </a:p>
      </dgm:t>
    </dgm:pt>
    <dgm:pt modelId="{9830DC20-A92B-40C9-925A-DE1432AD1E15}" type="sibTrans" cxnId="{430E4330-7F8C-4020-92BA-1ECBE840E2DC}">
      <dgm:prSet/>
      <dgm:spPr/>
      <dgm:t>
        <a:bodyPr/>
        <a:lstStyle/>
        <a:p>
          <a:endParaRPr lang="ru-RU"/>
        </a:p>
      </dgm:t>
    </dgm:pt>
    <dgm:pt modelId="{19875E75-A65C-4305-8604-3CEE4C08E66C}">
      <dgm:prSet custT="1"/>
      <dgm:spPr/>
      <dgm:t>
        <a:bodyPr/>
        <a:lstStyle/>
        <a:p>
          <a:r>
            <a:rPr lang="ru-RU" sz="2000" dirty="0"/>
            <a:t>создание и уничтожение процессов</a:t>
          </a:r>
        </a:p>
      </dgm:t>
    </dgm:pt>
    <dgm:pt modelId="{1D6CD492-54FA-40C6-92FD-FA942A882097}" type="parTrans" cxnId="{B4094C98-2E6A-4C8A-887B-3C580688B335}">
      <dgm:prSet/>
      <dgm:spPr/>
      <dgm:t>
        <a:bodyPr/>
        <a:lstStyle/>
        <a:p>
          <a:endParaRPr lang="ru-RU"/>
        </a:p>
      </dgm:t>
    </dgm:pt>
    <dgm:pt modelId="{1604A83E-68F6-4ACB-BD06-9BA7A068D2A4}" type="sibTrans" cxnId="{B4094C98-2E6A-4C8A-887B-3C580688B335}">
      <dgm:prSet/>
      <dgm:spPr/>
      <dgm:t>
        <a:bodyPr/>
        <a:lstStyle/>
        <a:p>
          <a:endParaRPr lang="ru-RU"/>
        </a:p>
      </dgm:t>
    </dgm:pt>
    <dgm:pt modelId="{C6BFF353-E0CE-4B3E-B854-C0DD70631823}">
      <dgm:prSet custT="1"/>
      <dgm:spPr/>
      <dgm:t>
        <a:bodyPr/>
        <a:lstStyle/>
        <a:p>
          <a:pPr rtl="0"/>
          <a:r>
            <a:rPr lang="ru-RU" sz="2000" dirty="0"/>
            <a:t>реализация обмена данными между процессами;</a:t>
          </a:r>
        </a:p>
      </dgm:t>
    </dgm:pt>
    <dgm:pt modelId="{6C702053-D222-4261-B635-95AEEA344863}" type="parTrans" cxnId="{7CEA8141-C604-4FE9-A635-A66D571E3579}">
      <dgm:prSet/>
      <dgm:spPr/>
      <dgm:t>
        <a:bodyPr/>
        <a:lstStyle/>
        <a:p>
          <a:endParaRPr lang="ru-RU"/>
        </a:p>
      </dgm:t>
    </dgm:pt>
    <dgm:pt modelId="{2E9DB782-62EC-4ABE-AF37-9D8961484CA7}" type="sibTrans" cxnId="{7CEA8141-C604-4FE9-A635-A66D571E3579}">
      <dgm:prSet/>
      <dgm:spPr/>
      <dgm:t>
        <a:bodyPr/>
        <a:lstStyle/>
        <a:p>
          <a:endParaRPr lang="ru-RU"/>
        </a:p>
      </dgm:t>
    </dgm:pt>
    <dgm:pt modelId="{569ADC5E-544E-45C4-A51B-5AA0796EC0A0}">
      <dgm:prSet/>
      <dgm:spPr/>
      <dgm:t>
        <a:bodyPr/>
        <a:lstStyle/>
        <a:p>
          <a:pPr rtl="0"/>
          <a:r>
            <a:rPr lang="ru-RU" dirty="0"/>
            <a:t>5</a:t>
          </a:r>
        </a:p>
      </dgm:t>
    </dgm:pt>
    <dgm:pt modelId="{D0A6CEDB-36E9-469A-AEFF-DEBB17C9A930}" type="sibTrans" cxnId="{55389460-96D6-470D-BD67-F9B53B13F1EF}">
      <dgm:prSet/>
      <dgm:spPr/>
      <dgm:t>
        <a:bodyPr/>
        <a:lstStyle/>
        <a:p>
          <a:endParaRPr lang="ru-RU"/>
        </a:p>
      </dgm:t>
    </dgm:pt>
    <dgm:pt modelId="{9AB8B84F-C4EC-4D19-98F0-F17A370F9BC4}" type="parTrans" cxnId="{55389460-96D6-470D-BD67-F9B53B13F1EF}">
      <dgm:prSet/>
      <dgm:spPr/>
      <dgm:t>
        <a:bodyPr/>
        <a:lstStyle/>
        <a:p>
          <a:endParaRPr lang="ru-RU"/>
        </a:p>
      </dgm:t>
    </dgm:pt>
    <dgm:pt modelId="{057B1930-B37E-4ED6-A6EA-1DAF078F3B03}">
      <dgm:prSet custT="1"/>
      <dgm:spPr/>
      <dgm:t>
        <a:bodyPr/>
        <a:lstStyle/>
        <a:p>
          <a:pPr rtl="0"/>
          <a:r>
            <a:rPr lang="ru-RU" sz="2000" dirty="0"/>
            <a:t> синхронизация процессов и потоков</a:t>
          </a:r>
          <a:endParaRPr lang="ru-RU" sz="2600" dirty="0"/>
        </a:p>
      </dgm:t>
    </dgm:pt>
    <dgm:pt modelId="{C00A4147-5CE4-48A6-A352-2B38C945DE69}" type="parTrans" cxnId="{550474D8-4B85-48D0-985A-59AA31B4067D}">
      <dgm:prSet/>
      <dgm:spPr/>
      <dgm:t>
        <a:bodyPr/>
        <a:lstStyle/>
        <a:p>
          <a:endParaRPr lang="ru-RU"/>
        </a:p>
      </dgm:t>
    </dgm:pt>
    <dgm:pt modelId="{4F7AF61B-50EE-418C-9E69-CCB1784ABB25}" type="sibTrans" cxnId="{550474D8-4B85-48D0-985A-59AA31B4067D}">
      <dgm:prSet/>
      <dgm:spPr/>
      <dgm:t>
        <a:bodyPr/>
        <a:lstStyle/>
        <a:p>
          <a:endParaRPr lang="ru-RU"/>
        </a:p>
      </dgm:t>
    </dgm:pt>
    <dgm:pt modelId="{9CCD5840-FCB9-4C48-8BF5-2612E95F4720}" type="pres">
      <dgm:prSet presAssocID="{3DBB7828-044F-4C00-B983-92AE9D285542}" presName="linearFlow" presStyleCnt="0">
        <dgm:presLayoutVars>
          <dgm:dir/>
          <dgm:animLvl val="lvl"/>
          <dgm:resizeHandles val="exact"/>
        </dgm:presLayoutVars>
      </dgm:prSet>
      <dgm:spPr/>
    </dgm:pt>
    <dgm:pt modelId="{DE0E6D1C-D9CC-4E00-B18F-8B9BE26188D6}" type="pres">
      <dgm:prSet presAssocID="{F16FBA84-3FE0-4EA8-A8E7-D7BEFA0BC44D}" presName="composite" presStyleCnt="0"/>
      <dgm:spPr/>
    </dgm:pt>
    <dgm:pt modelId="{0E65BD71-D1C3-4963-953E-FEB1B06CB549}" type="pres">
      <dgm:prSet presAssocID="{F16FBA84-3FE0-4EA8-A8E7-D7BEFA0BC44D}" presName="parentText" presStyleLbl="alignNode1" presStyleIdx="0" presStyleCnt="5" custScaleY="115879" custLinFactNeighborX="-4167" custLinFactNeighborY="-19338">
        <dgm:presLayoutVars>
          <dgm:chMax val="1"/>
          <dgm:bulletEnabled val="1"/>
        </dgm:presLayoutVars>
      </dgm:prSet>
      <dgm:spPr/>
    </dgm:pt>
    <dgm:pt modelId="{0007B0BB-F57C-4617-8161-6222BB132D30}" type="pres">
      <dgm:prSet presAssocID="{F16FBA84-3FE0-4EA8-A8E7-D7BEFA0BC44D}" presName="descendantText" presStyleLbl="alignAcc1" presStyleIdx="0" presStyleCnt="5" custScaleY="140258">
        <dgm:presLayoutVars>
          <dgm:bulletEnabled val="1"/>
        </dgm:presLayoutVars>
      </dgm:prSet>
      <dgm:spPr/>
    </dgm:pt>
    <dgm:pt modelId="{B4DF323F-196D-4D37-B39D-2BD4B4290369}" type="pres">
      <dgm:prSet presAssocID="{C9423C32-1B90-45EF-BC82-42EA1BDD3000}" presName="sp" presStyleCnt="0"/>
      <dgm:spPr/>
    </dgm:pt>
    <dgm:pt modelId="{3985F96B-A2C8-4F4A-B09D-3267DFD01830}" type="pres">
      <dgm:prSet presAssocID="{3B311E56-F753-488D-8C6A-7A5B524074EC}" presName="composite" presStyleCnt="0"/>
      <dgm:spPr/>
    </dgm:pt>
    <dgm:pt modelId="{0C1E518A-151A-4E33-9AFD-B1FBA6A59878}" type="pres">
      <dgm:prSet presAssocID="{3B311E56-F753-488D-8C6A-7A5B524074EC}" presName="parentText" presStyleLbl="alignNode1" presStyleIdx="1" presStyleCnt="5" custLinFactNeighborX="36" custLinFactNeighborY="-23182">
        <dgm:presLayoutVars>
          <dgm:chMax val="1"/>
          <dgm:bulletEnabled val="1"/>
        </dgm:presLayoutVars>
      </dgm:prSet>
      <dgm:spPr/>
    </dgm:pt>
    <dgm:pt modelId="{F79562B0-8077-495F-8AB0-082DA043D8C6}" type="pres">
      <dgm:prSet presAssocID="{3B311E56-F753-488D-8C6A-7A5B524074EC}" presName="descendantText" presStyleLbl="alignAcc1" presStyleIdx="1" presStyleCnt="5" custScaleY="100000" custLinFactNeighborX="-421" custLinFactNeighborY="-16763">
        <dgm:presLayoutVars>
          <dgm:bulletEnabled val="1"/>
        </dgm:presLayoutVars>
      </dgm:prSet>
      <dgm:spPr/>
    </dgm:pt>
    <dgm:pt modelId="{5ECEB188-911D-44EB-9CCC-D9030A38E2D6}" type="pres">
      <dgm:prSet presAssocID="{860452C3-4A9B-4172-9EBE-2173EB587DC4}" presName="sp" presStyleCnt="0"/>
      <dgm:spPr/>
    </dgm:pt>
    <dgm:pt modelId="{E3E9BECF-4772-46BB-8511-85AE947AFC4B}" type="pres">
      <dgm:prSet presAssocID="{954F7293-B4BF-469F-89D3-D074F7BC0FD2}" presName="composite" presStyleCnt="0"/>
      <dgm:spPr/>
    </dgm:pt>
    <dgm:pt modelId="{E99FAA1C-71D4-4ACD-95E5-1771E3E221EF}" type="pres">
      <dgm:prSet presAssocID="{954F7293-B4BF-469F-89D3-D074F7BC0FD2}" presName="parentText" presStyleLbl="alignNode1" presStyleIdx="2" presStyleCnt="5" custLinFactNeighborX="-8739" custLinFactNeighborY="-40059">
        <dgm:presLayoutVars>
          <dgm:chMax val="1"/>
          <dgm:bulletEnabled val="1"/>
        </dgm:presLayoutVars>
      </dgm:prSet>
      <dgm:spPr/>
    </dgm:pt>
    <dgm:pt modelId="{9709A3A0-DC21-4911-9378-F2A7FA2A617B}" type="pres">
      <dgm:prSet presAssocID="{954F7293-B4BF-469F-89D3-D074F7BC0FD2}" presName="descendantText" presStyleLbl="alignAcc1" presStyleIdx="2" presStyleCnt="5" custLinFactNeighborX="-421" custLinFactNeighborY="-42727">
        <dgm:presLayoutVars>
          <dgm:bulletEnabled val="1"/>
        </dgm:presLayoutVars>
      </dgm:prSet>
      <dgm:spPr/>
    </dgm:pt>
    <dgm:pt modelId="{8F0DC475-F27E-4CBB-BBE4-80B7AA5F58C7}" type="pres">
      <dgm:prSet presAssocID="{9C772679-59F7-4705-8B50-D0E432E2D260}" presName="sp" presStyleCnt="0"/>
      <dgm:spPr/>
    </dgm:pt>
    <dgm:pt modelId="{0FDF14CA-7995-4E59-A0B6-4BD549E38240}" type="pres">
      <dgm:prSet presAssocID="{4C66A3FD-179A-4271-BBFD-46FC0B3895A8}" presName="composite" presStyleCnt="0"/>
      <dgm:spPr/>
    </dgm:pt>
    <dgm:pt modelId="{24AE36B4-8040-4FC1-80A7-97115635716E}" type="pres">
      <dgm:prSet presAssocID="{4C66A3FD-179A-4271-BBFD-46FC0B3895A8}" presName="parentText" presStyleLbl="alignNode1" presStyleIdx="3" presStyleCnt="5" custLinFactNeighborX="-8739" custLinFactNeighborY="-44649">
        <dgm:presLayoutVars>
          <dgm:chMax val="1"/>
          <dgm:bulletEnabled val="1"/>
        </dgm:presLayoutVars>
      </dgm:prSet>
      <dgm:spPr/>
    </dgm:pt>
    <dgm:pt modelId="{995C4DCA-F28B-4928-9B37-52310C0B7C7B}" type="pres">
      <dgm:prSet presAssocID="{4C66A3FD-179A-4271-BBFD-46FC0B3895A8}" presName="descendantText" presStyleLbl="alignAcc1" presStyleIdx="3" presStyleCnt="5" custLinFactNeighborX="-421" custLinFactNeighborY="-59240">
        <dgm:presLayoutVars>
          <dgm:bulletEnabled val="1"/>
        </dgm:presLayoutVars>
      </dgm:prSet>
      <dgm:spPr/>
    </dgm:pt>
    <dgm:pt modelId="{C501C60D-B288-4F10-AA81-44C543D02014}" type="pres">
      <dgm:prSet presAssocID="{19AEE46D-8104-43AD-9ECB-F909EE04C6BD}" presName="sp" presStyleCnt="0"/>
      <dgm:spPr/>
    </dgm:pt>
    <dgm:pt modelId="{0B64DFF0-2851-470E-AED8-542CA4E8E006}" type="pres">
      <dgm:prSet presAssocID="{569ADC5E-544E-45C4-A51B-5AA0796EC0A0}" presName="composite" presStyleCnt="0"/>
      <dgm:spPr/>
    </dgm:pt>
    <dgm:pt modelId="{5B8AABFE-09D1-46C8-AC42-68BA104B2D9C}" type="pres">
      <dgm:prSet presAssocID="{569ADC5E-544E-45C4-A51B-5AA0796EC0A0}" presName="parentText" presStyleLbl="alignNode1" presStyleIdx="4" presStyleCnt="5" custLinFactNeighborX="36" custLinFactNeighborY="-55382">
        <dgm:presLayoutVars>
          <dgm:chMax val="1"/>
          <dgm:bulletEnabled val="1"/>
        </dgm:presLayoutVars>
      </dgm:prSet>
      <dgm:spPr/>
    </dgm:pt>
    <dgm:pt modelId="{82E66969-BB4A-400F-BC69-F65A5B0DB7F4}" type="pres">
      <dgm:prSet presAssocID="{569ADC5E-544E-45C4-A51B-5AA0796EC0A0}" presName="descendantText" presStyleLbl="alignAcc1" presStyleIdx="4" presStyleCnt="5" custLinFactNeighborX="-421" custLinFactNeighborY="-75753">
        <dgm:presLayoutVars>
          <dgm:bulletEnabled val="1"/>
        </dgm:presLayoutVars>
      </dgm:prSet>
      <dgm:spPr/>
    </dgm:pt>
  </dgm:ptLst>
  <dgm:cxnLst>
    <dgm:cxn modelId="{223EA101-3162-3E48-A579-E821A00A1506}" type="presOf" srcId="{F16FBA84-3FE0-4EA8-A8E7-D7BEFA0BC44D}" destId="{0E65BD71-D1C3-4963-953E-FEB1B06CB549}" srcOrd="0" destOrd="0" presId="urn:microsoft.com/office/officeart/2005/8/layout/chevron2"/>
    <dgm:cxn modelId="{3E481403-4488-C345-A9BD-6A8A83F78C18}" type="presOf" srcId="{057B1930-B37E-4ED6-A6EA-1DAF078F3B03}" destId="{82E66969-BB4A-400F-BC69-F65A5B0DB7F4}" srcOrd="0" destOrd="0" presId="urn:microsoft.com/office/officeart/2005/8/layout/chevron2"/>
    <dgm:cxn modelId="{A2688D25-6952-AC4F-9ABB-C86B01ED00CC}" type="presOf" srcId="{569ADC5E-544E-45C4-A51B-5AA0796EC0A0}" destId="{5B8AABFE-09D1-46C8-AC42-68BA104B2D9C}" srcOrd="0" destOrd="0" presId="urn:microsoft.com/office/officeart/2005/8/layout/chevron2"/>
    <dgm:cxn modelId="{430E4330-7F8C-4020-92BA-1ECBE840E2DC}" srcId="{954F7293-B4BF-469F-89D3-D074F7BC0FD2}" destId="{42619716-4749-4325-9F03-9CCD643F1BAD}" srcOrd="0" destOrd="0" parTransId="{86E46BA7-A6A3-4118-95DD-1B1AD151E21B}" sibTransId="{9830DC20-A92B-40C9-925A-DE1432AD1E15}"/>
    <dgm:cxn modelId="{55389460-96D6-470D-BD67-F9B53B13F1EF}" srcId="{3DBB7828-044F-4C00-B983-92AE9D285542}" destId="{569ADC5E-544E-45C4-A51B-5AA0796EC0A0}" srcOrd="4" destOrd="0" parTransId="{9AB8B84F-C4EC-4D19-98F0-F17A370F9BC4}" sibTransId="{D0A6CEDB-36E9-469A-AEFF-DEBB17C9A930}"/>
    <dgm:cxn modelId="{CB363D41-D9C9-0641-9397-C400B7C35BBA}" type="presOf" srcId="{42619716-4749-4325-9F03-9CCD643F1BAD}" destId="{9709A3A0-DC21-4911-9378-F2A7FA2A617B}" srcOrd="0" destOrd="0" presId="urn:microsoft.com/office/officeart/2005/8/layout/chevron2"/>
    <dgm:cxn modelId="{7CEA8141-C604-4FE9-A635-A66D571E3579}" srcId="{4C66A3FD-179A-4271-BBFD-46FC0B3895A8}" destId="{C6BFF353-E0CE-4B3E-B854-C0DD70631823}" srcOrd="0" destOrd="0" parTransId="{6C702053-D222-4261-B635-95AEEA344863}" sibTransId="{2E9DB782-62EC-4ABE-AF37-9D8961484CA7}"/>
    <dgm:cxn modelId="{73BEB26A-FEC1-4BD4-BCA8-D72551643B5F}" srcId="{3DBB7828-044F-4C00-B983-92AE9D285542}" destId="{F16FBA84-3FE0-4EA8-A8E7-D7BEFA0BC44D}" srcOrd="0" destOrd="0" parTransId="{DA8682BC-1841-4876-B919-2562FF93ADD7}" sibTransId="{C9423C32-1B90-45EF-BC82-42EA1BDD3000}"/>
    <dgm:cxn modelId="{3988F04B-B0A6-4F4A-A60C-E6E3BD5EE554}" type="presOf" srcId="{C6BFF353-E0CE-4B3E-B854-C0DD70631823}" destId="{995C4DCA-F28B-4928-9B37-52310C0B7C7B}" srcOrd="0" destOrd="0" presId="urn:microsoft.com/office/officeart/2005/8/layout/chevron2"/>
    <dgm:cxn modelId="{B085C04C-2641-4CF4-8173-86EEDD870252}" srcId="{3DBB7828-044F-4C00-B983-92AE9D285542}" destId="{954F7293-B4BF-469F-89D3-D074F7BC0FD2}" srcOrd="2" destOrd="0" parTransId="{21C6D631-B145-4425-9E2C-30CD883B0B6F}" sibTransId="{9C772679-59F7-4705-8B50-D0E432E2D260}"/>
    <dgm:cxn modelId="{0AF5568A-501E-45D9-8402-A2D906797928}" srcId="{3DBB7828-044F-4C00-B983-92AE9D285542}" destId="{3B311E56-F753-488D-8C6A-7A5B524074EC}" srcOrd="1" destOrd="0" parTransId="{E1A614B3-82A4-4E6E-930F-28410BEBB35B}" sibTransId="{860452C3-4A9B-4172-9EBE-2173EB587DC4}"/>
    <dgm:cxn modelId="{B4094C98-2E6A-4C8A-887B-3C580688B335}" srcId="{3B311E56-F753-488D-8C6A-7A5B524074EC}" destId="{19875E75-A65C-4305-8604-3CEE4C08E66C}" srcOrd="0" destOrd="0" parTransId="{1D6CD492-54FA-40C6-92FD-FA942A882097}" sibTransId="{1604A83E-68F6-4ACB-BD06-9BA7A068D2A4}"/>
    <dgm:cxn modelId="{4A3309AC-379B-4C42-AE49-349CF33B6A1F}" type="presOf" srcId="{3DBB7828-044F-4C00-B983-92AE9D285542}" destId="{9CCD5840-FCB9-4C48-8BF5-2612E95F4720}" srcOrd="0" destOrd="0" presId="urn:microsoft.com/office/officeart/2005/8/layout/chevron2"/>
    <dgm:cxn modelId="{72B91EB7-AE8A-7D4F-AB9E-A0B829ABD2E7}" type="presOf" srcId="{4C66A3FD-179A-4271-BBFD-46FC0B3895A8}" destId="{24AE36B4-8040-4FC1-80A7-97115635716E}" srcOrd="0" destOrd="0" presId="urn:microsoft.com/office/officeart/2005/8/layout/chevron2"/>
    <dgm:cxn modelId="{B1E723C6-3E8A-49C7-B491-9D3DDE6E7AE8}" srcId="{F16FBA84-3FE0-4EA8-A8E7-D7BEFA0BC44D}" destId="{DF155BB9-A8DA-45D5-B2F9-B92C64936AF1}" srcOrd="0" destOrd="0" parTransId="{E75FEE5E-B5A1-4B21-9920-7F91303AB7BF}" sibTransId="{75FB66E4-8629-4FC8-9692-E26DE0E3D403}"/>
    <dgm:cxn modelId="{FB9F32CE-960A-DD43-B560-DA8546982F9B}" type="presOf" srcId="{954F7293-B4BF-469F-89D3-D074F7BC0FD2}" destId="{E99FAA1C-71D4-4ACD-95E5-1771E3E221EF}" srcOrd="0" destOrd="0" presId="urn:microsoft.com/office/officeart/2005/8/layout/chevron2"/>
    <dgm:cxn modelId="{BB62A6CE-11A3-9344-B32D-92A9AF01437F}" type="presOf" srcId="{3B311E56-F753-488D-8C6A-7A5B524074EC}" destId="{0C1E518A-151A-4E33-9AFD-B1FBA6A59878}" srcOrd="0" destOrd="0" presId="urn:microsoft.com/office/officeart/2005/8/layout/chevron2"/>
    <dgm:cxn modelId="{DE0E52D4-C75C-4B2D-819D-564945F4D426}" srcId="{3DBB7828-044F-4C00-B983-92AE9D285542}" destId="{4C66A3FD-179A-4271-BBFD-46FC0B3895A8}" srcOrd="3" destOrd="0" parTransId="{AD1E44D5-81E3-41E8-B571-E199A71F48B5}" sibTransId="{19AEE46D-8104-43AD-9ECB-F909EE04C6BD}"/>
    <dgm:cxn modelId="{550474D8-4B85-48D0-985A-59AA31B4067D}" srcId="{569ADC5E-544E-45C4-A51B-5AA0796EC0A0}" destId="{057B1930-B37E-4ED6-A6EA-1DAF078F3B03}" srcOrd="0" destOrd="0" parTransId="{C00A4147-5CE4-48A6-A352-2B38C945DE69}" sibTransId="{4F7AF61B-50EE-418C-9E69-CCB1784ABB25}"/>
    <dgm:cxn modelId="{DD8C01ED-8135-8F42-86B4-BEF3FC75C511}" type="presOf" srcId="{DF155BB9-A8DA-45D5-B2F9-B92C64936AF1}" destId="{0007B0BB-F57C-4617-8161-6222BB132D30}" srcOrd="0" destOrd="0" presId="urn:microsoft.com/office/officeart/2005/8/layout/chevron2"/>
    <dgm:cxn modelId="{D23163F6-C644-D746-B33E-A5AE51A5F74E}" type="presOf" srcId="{19875E75-A65C-4305-8604-3CEE4C08E66C}" destId="{F79562B0-8077-495F-8AB0-082DA043D8C6}" srcOrd="0" destOrd="0" presId="urn:microsoft.com/office/officeart/2005/8/layout/chevron2"/>
    <dgm:cxn modelId="{6A6F1839-927E-264D-ADD1-A8F0715C4CFC}" type="presParOf" srcId="{9CCD5840-FCB9-4C48-8BF5-2612E95F4720}" destId="{DE0E6D1C-D9CC-4E00-B18F-8B9BE26188D6}" srcOrd="0" destOrd="0" presId="urn:microsoft.com/office/officeart/2005/8/layout/chevron2"/>
    <dgm:cxn modelId="{251F117E-EC1E-3F4F-B935-46C98B2B685F}" type="presParOf" srcId="{DE0E6D1C-D9CC-4E00-B18F-8B9BE26188D6}" destId="{0E65BD71-D1C3-4963-953E-FEB1B06CB549}" srcOrd="0" destOrd="0" presId="urn:microsoft.com/office/officeart/2005/8/layout/chevron2"/>
    <dgm:cxn modelId="{151E5DDC-76BA-F645-9C1B-67D664BBF29A}" type="presParOf" srcId="{DE0E6D1C-D9CC-4E00-B18F-8B9BE26188D6}" destId="{0007B0BB-F57C-4617-8161-6222BB132D30}" srcOrd="1" destOrd="0" presId="urn:microsoft.com/office/officeart/2005/8/layout/chevron2"/>
    <dgm:cxn modelId="{76D4B5AB-7B47-8D44-9931-00B413119A99}" type="presParOf" srcId="{9CCD5840-FCB9-4C48-8BF5-2612E95F4720}" destId="{B4DF323F-196D-4D37-B39D-2BD4B4290369}" srcOrd="1" destOrd="0" presId="urn:microsoft.com/office/officeart/2005/8/layout/chevron2"/>
    <dgm:cxn modelId="{400827BE-9800-DB47-B86E-825565661903}" type="presParOf" srcId="{9CCD5840-FCB9-4C48-8BF5-2612E95F4720}" destId="{3985F96B-A2C8-4F4A-B09D-3267DFD01830}" srcOrd="2" destOrd="0" presId="urn:microsoft.com/office/officeart/2005/8/layout/chevron2"/>
    <dgm:cxn modelId="{A81A4455-B1DD-0F41-95D6-1379533E5F78}" type="presParOf" srcId="{3985F96B-A2C8-4F4A-B09D-3267DFD01830}" destId="{0C1E518A-151A-4E33-9AFD-B1FBA6A59878}" srcOrd="0" destOrd="0" presId="urn:microsoft.com/office/officeart/2005/8/layout/chevron2"/>
    <dgm:cxn modelId="{FA25E1E0-1AE6-E841-B095-6901D5B0C761}" type="presParOf" srcId="{3985F96B-A2C8-4F4A-B09D-3267DFD01830}" destId="{F79562B0-8077-495F-8AB0-082DA043D8C6}" srcOrd="1" destOrd="0" presId="urn:microsoft.com/office/officeart/2005/8/layout/chevron2"/>
    <dgm:cxn modelId="{8A818DC9-4416-2C44-8759-04356EF8C974}" type="presParOf" srcId="{9CCD5840-FCB9-4C48-8BF5-2612E95F4720}" destId="{5ECEB188-911D-44EB-9CCC-D9030A38E2D6}" srcOrd="3" destOrd="0" presId="urn:microsoft.com/office/officeart/2005/8/layout/chevron2"/>
    <dgm:cxn modelId="{44EF4589-D982-E84F-94ED-5E64419BE236}" type="presParOf" srcId="{9CCD5840-FCB9-4C48-8BF5-2612E95F4720}" destId="{E3E9BECF-4772-46BB-8511-85AE947AFC4B}" srcOrd="4" destOrd="0" presId="urn:microsoft.com/office/officeart/2005/8/layout/chevron2"/>
    <dgm:cxn modelId="{44983042-F706-244E-9D03-1D4E76A33021}" type="presParOf" srcId="{E3E9BECF-4772-46BB-8511-85AE947AFC4B}" destId="{E99FAA1C-71D4-4ACD-95E5-1771E3E221EF}" srcOrd="0" destOrd="0" presId="urn:microsoft.com/office/officeart/2005/8/layout/chevron2"/>
    <dgm:cxn modelId="{106AC9F4-E73C-6743-B7A0-CD6FC6AC9047}" type="presParOf" srcId="{E3E9BECF-4772-46BB-8511-85AE947AFC4B}" destId="{9709A3A0-DC21-4911-9378-F2A7FA2A617B}" srcOrd="1" destOrd="0" presId="urn:microsoft.com/office/officeart/2005/8/layout/chevron2"/>
    <dgm:cxn modelId="{C4C33CC5-B767-8442-BEFE-11A03CE43D66}" type="presParOf" srcId="{9CCD5840-FCB9-4C48-8BF5-2612E95F4720}" destId="{8F0DC475-F27E-4CBB-BBE4-80B7AA5F58C7}" srcOrd="5" destOrd="0" presId="urn:microsoft.com/office/officeart/2005/8/layout/chevron2"/>
    <dgm:cxn modelId="{709CF4A5-E76D-1140-B989-109CB8B2DB69}" type="presParOf" srcId="{9CCD5840-FCB9-4C48-8BF5-2612E95F4720}" destId="{0FDF14CA-7995-4E59-A0B6-4BD549E38240}" srcOrd="6" destOrd="0" presId="urn:microsoft.com/office/officeart/2005/8/layout/chevron2"/>
    <dgm:cxn modelId="{FCDDAA88-0F0F-7845-A4C7-A6932A51D9C9}" type="presParOf" srcId="{0FDF14CA-7995-4E59-A0B6-4BD549E38240}" destId="{24AE36B4-8040-4FC1-80A7-97115635716E}" srcOrd="0" destOrd="0" presId="urn:microsoft.com/office/officeart/2005/8/layout/chevron2"/>
    <dgm:cxn modelId="{E1B686FC-D16E-724E-9D3B-19B1608D0A4E}" type="presParOf" srcId="{0FDF14CA-7995-4E59-A0B6-4BD549E38240}" destId="{995C4DCA-F28B-4928-9B37-52310C0B7C7B}" srcOrd="1" destOrd="0" presId="urn:microsoft.com/office/officeart/2005/8/layout/chevron2"/>
    <dgm:cxn modelId="{0CCF97A7-2F95-5149-A6E9-0BE113002872}" type="presParOf" srcId="{9CCD5840-FCB9-4C48-8BF5-2612E95F4720}" destId="{C501C60D-B288-4F10-AA81-44C543D02014}" srcOrd="7" destOrd="0" presId="urn:microsoft.com/office/officeart/2005/8/layout/chevron2"/>
    <dgm:cxn modelId="{421120C8-6F5A-F647-944E-B87319021A7E}" type="presParOf" srcId="{9CCD5840-FCB9-4C48-8BF5-2612E95F4720}" destId="{0B64DFF0-2851-470E-AED8-542CA4E8E006}" srcOrd="8" destOrd="0" presId="urn:microsoft.com/office/officeart/2005/8/layout/chevron2"/>
    <dgm:cxn modelId="{F9CEB378-9C84-5840-8E2B-1921DCD74C09}" type="presParOf" srcId="{0B64DFF0-2851-470E-AED8-542CA4E8E006}" destId="{5B8AABFE-09D1-46C8-AC42-68BA104B2D9C}" srcOrd="0" destOrd="0" presId="urn:microsoft.com/office/officeart/2005/8/layout/chevron2"/>
    <dgm:cxn modelId="{E411A4DF-6B94-C049-8BD1-DE1E73BEC72A}" type="presParOf" srcId="{0B64DFF0-2851-470E-AED8-542CA4E8E006}" destId="{82E66969-BB4A-400F-BC69-F65A5B0DB7F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257BC1-9194-48D7-B486-02B3AF9E9B3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B8E2C43-1B18-4685-BB87-BE8B1F52D4D1}">
      <dgm:prSet/>
      <dgm:spPr/>
      <dgm:t>
        <a:bodyPr/>
        <a:lstStyle/>
        <a:p>
          <a:pPr rtl="0"/>
          <a:r>
            <a:rPr lang="ru-RU" dirty="0"/>
            <a:t>Создание потоков требует от ОС меньших накладных расходов, чем при создании процессов </a:t>
          </a:r>
        </a:p>
      </dgm:t>
    </dgm:pt>
    <dgm:pt modelId="{0556A6B7-CC47-47B2-85FF-C50999B9ACED}" type="parTrans" cxnId="{435F077A-2D02-4905-9997-91965B755FB3}">
      <dgm:prSet/>
      <dgm:spPr/>
      <dgm:t>
        <a:bodyPr/>
        <a:lstStyle/>
        <a:p>
          <a:endParaRPr lang="ru-RU"/>
        </a:p>
      </dgm:t>
    </dgm:pt>
    <dgm:pt modelId="{603FDA99-A1C9-473B-BDF4-5A7F3F061173}" type="sibTrans" cxnId="{435F077A-2D02-4905-9997-91965B755FB3}">
      <dgm:prSet/>
      <dgm:spPr/>
      <dgm:t>
        <a:bodyPr/>
        <a:lstStyle/>
        <a:p>
          <a:endParaRPr lang="ru-RU"/>
        </a:p>
      </dgm:t>
    </dgm:pt>
    <dgm:pt modelId="{8BB63F50-0E00-40B0-935E-D61ACED62620}">
      <dgm:prSet/>
      <dgm:spPr/>
      <dgm:t>
        <a:bodyPr/>
        <a:lstStyle/>
        <a:p>
          <a:pPr rtl="0"/>
          <a:r>
            <a:rPr lang="ru-RU" dirty="0"/>
            <a:t>Быстрота создания потока по сравнению с процессом</a:t>
          </a:r>
        </a:p>
      </dgm:t>
    </dgm:pt>
    <dgm:pt modelId="{CD5F1874-E2D8-47A9-AC73-024DADF8987D}" type="parTrans" cxnId="{4FACFCAA-5E92-4E50-967F-D79204286919}">
      <dgm:prSet/>
      <dgm:spPr/>
      <dgm:t>
        <a:bodyPr/>
        <a:lstStyle/>
        <a:p>
          <a:endParaRPr lang="ru-RU"/>
        </a:p>
      </dgm:t>
    </dgm:pt>
    <dgm:pt modelId="{D3FE3974-B60C-4673-B66D-4CB0EC9A7E7B}" type="sibTrans" cxnId="{4FACFCAA-5E92-4E50-967F-D79204286919}">
      <dgm:prSet/>
      <dgm:spPr/>
      <dgm:t>
        <a:bodyPr/>
        <a:lstStyle/>
        <a:p>
          <a:endParaRPr lang="ru-RU"/>
        </a:p>
      </dgm:t>
    </dgm:pt>
    <dgm:pt modelId="{25B97DC3-EFEB-4FC1-91A0-2ACC7FB30F5B}">
      <dgm:prSet/>
      <dgm:spPr/>
      <dgm:t>
        <a:bodyPr/>
        <a:lstStyle/>
        <a:p>
          <a:pPr rtl="0"/>
          <a:r>
            <a:rPr lang="ru-RU" dirty="0"/>
            <a:t>+</a:t>
          </a:r>
        </a:p>
      </dgm:t>
    </dgm:pt>
    <dgm:pt modelId="{558A25A1-D3DE-4D7B-A9C6-50D104DEC04B}" type="parTrans" cxnId="{F7349F52-7EC6-4F4E-9EBF-4E1140B6A39A}">
      <dgm:prSet/>
      <dgm:spPr/>
      <dgm:t>
        <a:bodyPr/>
        <a:lstStyle/>
        <a:p>
          <a:endParaRPr lang="ru-RU"/>
        </a:p>
      </dgm:t>
    </dgm:pt>
    <dgm:pt modelId="{C6D34787-DC1B-417C-8693-7D6C942410FB}" type="sibTrans" cxnId="{F7349F52-7EC6-4F4E-9EBF-4E1140B6A39A}">
      <dgm:prSet/>
      <dgm:spPr/>
      <dgm:t>
        <a:bodyPr/>
        <a:lstStyle/>
        <a:p>
          <a:endParaRPr lang="ru-RU"/>
        </a:p>
      </dgm:t>
    </dgm:pt>
    <dgm:pt modelId="{E02419B9-AB23-4E37-A5DE-D0A58020F1EC}">
      <dgm:prSet/>
      <dgm:spPr/>
      <dgm:t>
        <a:bodyPr/>
        <a:lstStyle/>
        <a:p>
          <a:pPr rtl="0"/>
          <a:r>
            <a:rPr lang="ru-RU" dirty="0"/>
            <a:t>+</a:t>
          </a:r>
        </a:p>
      </dgm:t>
    </dgm:pt>
    <dgm:pt modelId="{9BBCC305-B6D8-4B02-A3E2-E16A18DC111F}" type="parTrans" cxnId="{5168E9EF-4829-43CE-9EA6-186B9D2FB764}">
      <dgm:prSet/>
      <dgm:spPr/>
      <dgm:t>
        <a:bodyPr/>
        <a:lstStyle/>
        <a:p>
          <a:endParaRPr lang="ru-RU"/>
        </a:p>
      </dgm:t>
    </dgm:pt>
    <dgm:pt modelId="{D275DA0F-CAF9-4DAC-AD96-85C5C0487A30}" type="sibTrans" cxnId="{5168E9EF-4829-43CE-9EA6-186B9D2FB764}">
      <dgm:prSet/>
      <dgm:spPr/>
      <dgm:t>
        <a:bodyPr/>
        <a:lstStyle/>
        <a:p>
          <a:endParaRPr lang="ru-RU"/>
        </a:p>
      </dgm:t>
    </dgm:pt>
    <dgm:pt modelId="{127A7711-54C1-4277-AD7B-A50B3A6E7144}">
      <dgm:prSet/>
      <dgm:spPr/>
      <dgm:t>
        <a:bodyPr/>
        <a:lstStyle/>
        <a:p>
          <a:pPr rtl="0"/>
          <a:r>
            <a:rPr lang="ru-RU" dirty="0"/>
            <a:t>+</a:t>
          </a:r>
        </a:p>
      </dgm:t>
    </dgm:pt>
    <dgm:pt modelId="{C8FC5A31-114F-49D2-930F-61DB4930D560}" type="parTrans" cxnId="{7C7D5469-DCAE-4E51-9852-3C80A5A2276A}">
      <dgm:prSet/>
      <dgm:spPr/>
      <dgm:t>
        <a:bodyPr/>
        <a:lstStyle/>
        <a:p>
          <a:endParaRPr lang="ru-RU"/>
        </a:p>
      </dgm:t>
    </dgm:pt>
    <dgm:pt modelId="{556DBBD5-2FBB-4172-B1DC-7842B4CE81FF}" type="sibTrans" cxnId="{7C7D5469-DCAE-4E51-9852-3C80A5A2276A}">
      <dgm:prSet/>
      <dgm:spPr/>
      <dgm:t>
        <a:bodyPr/>
        <a:lstStyle/>
        <a:p>
          <a:endParaRPr lang="ru-RU"/>
        </a:p>
      </dgm:t>
    </dgm:pt>
    <dgm:pt modelId="{EA14B772-A414-4F92-8970-D248BAFCA101}">
      <dgm:prSet/>
      <dgm:spPr/>
      <dgm:t>
        <a:bodyPr/>
        <a:lstStyle/>
        <a:p>
          <a:pPr rtl="0"/>
          <a:r>
            <a:rPr lang="ru-RU" dirty="0"/>
            <a:t>+</a:t>
          </a:r>
        </a:p>
      </dgm:t>
    </dgm:pt>
    <dgm:pt modelId="{07A60144-A562-4E8B-BDA1-F7DA2E2A7A9A}" type="parTrans" cxnId="{220A85EC-5A85-4E43-983D-3D71A3BE648A}">
      <dgm:prSet/>
      <dgm:spPr/>
      <dgm:t>
        <a:bodyPr/>
        <a:lstStyle/>
        <a:p>
          <a:endParaRPr lang="ru-RU"/>
        </a:p>
      </dgm:t>
    </dgm:pt>
    <dgm:pt modelId="{CE8A23D1-EC08-4A3F-B919-663477D2DD71}" type="sibTrans" cxnId="{220A85EC-5A85-4E43-983D-3D71A3BE648A}">
      <dgm:prSet/>
      <dgm:spPr/>
      <dgm:t>
        <a:bodyPr/>
        <a:lstStyle/>
        <a:p>
          <a:endParaRPr lang="ru-RU"/>
        </a:p>
      </dgm:t>
    </dgm:pt>
    <dgm:pt modelId="{10816D84-C9E3-48FD-BD31-E6E8ECF450B0}">
      <dgm:prSet/>
      <dgm:spPr/>
      <dgm:t>
        <a:bodyPr/>
        <a:lstStyle/>
        <a:p>
          <a:pPr rtl="0"/>
          <a:r>
            <a:rPr lang="ru-RU" dirty="0"/>
            <a:t>Потоки одного процесса могут взаимодействовать   не обращаясь к ОС, а используя общую память</a:t>
          </a:r>
        </a:p>
      </dgm:t>
    </dgm:pt>
    <dgm:pt modelId="{93C40F86-8924-4965-A58B-589197C05354}" type="parTrans" cxnId="{7739DEA7-89E6-4115-BC23-165AFD562FAD}">
      <dgm:prSet/>
      <dgm:spPr/>
      <dgm:t>
        <a:bodyPr/>
        <a:lstStyle/>
        <a:p>
          <a:endParaRPr lang="ru-RU"/>
        </a:p>
      </dgm:t>
    </dgm:pt>
    <dgm:pt modelId="{FBE997D3-0F8F-4B8C-BB52-963C37FE45F0}" type="sibTrans" cxnId="{7739DEA7-89E6-4115-BC23-165AFD562FAD}">
      <dgm:prSet/>
      <dgm:spPr/>
      <dgm:t>
        <a:bodyPr/>
        <a:lstStyle/>
        <a:p>
          <a:endParaRPr lang="ru-RU"/>
        </a:p>
      </dgm:t>
    </dgm:pt>
    <dgm:pt modelId="{A8D18193-A934-4E01-8FB4-5437E8BE5A47}">
      <dgm:prSet/>
      <dgm:spPr/>
      <dgm:t>
        <a:bodyPr/>
        <a:lstStyle/>
        <a:p>
          <a:pPr rtl="0"/>
          <a:r>
            <a:rPr lang="ru-RU" dirty="0"/>
            <a:t>Повышение производительности программы</a:t>
          </a:r>
        </a:p>
      </dgm:t>
    </dgm:pt>
    <dgm:pt modelId="{8CCA7633-6A0D-46E8-AAEC-1AC52BD48FD3}" type="parTrans" cxnId="{6B782579-E24D-48DE-8215-BE94D7537AA7}">
      <dgm:prSet/>
      <dgm:spPr/>
    </dgm:pt>
    <dgm:pt modelId="{34954126-D571-4F55-99F8-A5022882912A}" type="sibTrans" cxnId="{6B782579-E24D-48DE-8215-BE94D7537AA7}">
      <dgm:prSet/>
      <dgm:spPr/>
    </dgm:pt>
    <dgm:pt modelId="{801E5D4C-84E1-47F9-80C5-0BA9E8B406C1}" type="pres">
      <dgm:prSet presAssocID="{57257BC1-9194-48D7-B486-02B3AF9E9B39}" presName="linearFlow" presStyleCnt="0">
        <dgm:presLayoutVars>
          <dgm:dir/>
          <dgm:animLvl val="lvl"/>
          <dgm:resizeHandles val="exact"/>
        </dgm:presLayoutVars>
      </dgm:prSet>
      <dgm:spPr/>
    </dgm:pt>
    <dgm:pt modelId="{0B3803E8-B29A-4AD0-9F74-5EADFE2A87F7}" type="pres">
      <dgm:prSet presAssocID="{E02419B9-AB23-4E37-A5DE-D0A58020F1EC}" presName="composite" presStyleCnt="0"/>
      <dgm:spPr/>
    </dgm:pt>
    <dgm:pt modelId="{A4B80E2E-EE29-4946-B57D-ED2A91E9EA78}" type="pres">
      <dgm:prSet presAssocID="{E02419B9-AB23-4E37-A5DE-D0A58020F1EC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369FE75-EA61-4C66-89D0-266562FC387B}" type="pres">
      <dgm:prSet presAssocID="{E02419B9-AB23-4E37-A5DE-D0A58020F1EC}" presName="descendantText" presStyleLbl="alignAcc1" presStyleIdx="0" presStyleCnt="4">
        <dgm:presLayoutVars>
          <dgm:bulletEnabled val="1"/>
        </dgm:presLayoutVars>
      </dgm:prSet>
      <dgm:spPr/>
    </dgm:pt>
    <dgm:pt modelId="{C6359097-35F1-49C4-9C09-866B08002820}" type="pres">
      <dgm:prSet presAssocID="{D275DA0F-CAF9-4DAC-AD96-85C5C0487A30}" presName="sp" presStyleCnt="0"/>
      <dgm:spPr/>
    </dgm:pt>
    <dgm:pt modelId="{5FE24C0A-0000-4C2D-BE96-7A7A89C84C93}" type="pres">
      <dgm:prSet presAssocID="{127A7711-54C1-4277-AD7B-A50B3A6E7144}" presName="composite" presStyleCnt="0"/>
      <dgm:spPr/>
    </dgm:pt>
    <dgm:pt modelId="{E076C5C1-52BF-4196-95CC-4AEA4DA3C524}" type="pres">
      <dgm:prSet presAssocID="{127A7711-54C1-4277-AD7B-A50B3A6E714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42E2F0B7-E17B-4CB7-B847-C502509B5C4C}" type="pres">
      <dgm:prSet presAssocID="{127A7711-54C1-4277-AD7B-A50B3A6E7144}" presName="descendantText" presStyleLbl="alignAcc1" presStyleIdx="1" presStyleCnt="4">
        <dgm:presLayoutVars>
          <dgm:bulletEnabled val="1"/>
        </dgm:presLayoutVars>
      </dgm:prSet>
      <dgm:spPr/>
    </dgm:pt>
    <dgm:pt modelId="{5E605E7C-04EF-46C6-B6C1-4BE5AC818C49}" type="pres">
      <dgm:prSet presAssocID="{556DBBD5-2FBB-4172-B1DC-7842B4CE81FF}" presName="sp" presStyleCnt="0"/>
      <dgm:spPr/>
    </dgm:pt>
    <dgm:pt modelId="{110D6DA3-6D98-415C-80F1-4B5BFAF4507E}" type="pres">
      <dgm:prSet presAssocID="{EA14B772-A414-4F92-8970-D248BAFCA101}" presName="composite" presStyleCnt="0"/>
      <dgm:spPr/>
    </dgm:pt>
    <dgm:pt modelId="{3D2B61B3-E2F7-40F0-9531-DF0515116711}" type="pres">
      <dgm:prSet presAssocID="{EA14B772-A414-4F92-8970-D248BAFCA101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135D126F-76FC-4255-96F2-F0C268E262A6}" type="pres">
      <dgm:prSet presAssocID="{EA14B772-A414-4F92-8970-D248BAFCA101}" presName="descendantText" presStyleLbl="alignAcc1" presStyleIdx="2" presStyleCnt="4">
        <dgm:presLayoutVars>
          <dgm:bulletEnabled val="1"/>
        </dgm:presLayoutVars>
      </dgm:prSet>
      <dgm:spPr/>
    </dgm:pt>
    <dgm:pt modelId="{E3ACBCB3-C02E-4FB7-B704-E6E3C9C0C159}" type="pres">
      <dgm:prSet presAssocID="{CE8A23D1-EC08-4A3F-B919-663477D2DD71}" presName="sp" presStyleCnt="0"/>
      <dgm:spPr/>
    </dgm:pt>
    <dgm:pt modelId="{DF78ABF7-764F-4434-B221-6323FE0301ED}" type="pres">
      <dgm:prSet presAssocID="{25B97DC3-EFEB-4FC1-91A0-2ACC7FB30F5B}" presName="composite" presStyleCnt="0"/>
      <dgm:spPr/>
    </dgm:pt>
    <dgm:pt modelId="{F8DFFCC7-9C76-426A-89AB-ED7E3CAD066C}" type="pres">
      <dgm:prSet presAssocID="{25B97DC3-EFEB-4FC1-91A0-2ACC7FB30F5B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AFAC1BA-330C-44AD-881F-E37454536B0F}" type="pres">
      <dgm:prSet presAssocID="{25B97DC3-EFEB-4FC1-91A0-2ACC7FB30F5B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AAB16F06-117A-4E37-9A51-BB2D52DE95BE}" type="presOf" srcId="{1B8E2C43-1B18-4685-BB87-BE8B1F52D4D1}" destId="{C369FE75-EA61-4C66-89D0-266562FC387B}" srcOrd="0" destOrd="0" presId="urn:microsoft.com/office/officeart/2005/8/layout/chevron2"/>
    <dgm:cxn modelId="{C5E45706-E87A-4873-8C21-1E4AEC85C6BE}" type="presOf" srcId="{25B97DC3-EFEB-4FC1-91A0-2ACC7FB30F5B}" destId="{F8DFFCC7-9C76-426A-89AB-ED7E3CAD066C}" srcOrd="0" destOrd="0" presId="urn:microsoft.com/office/officeart/2005/8/layout/chevron2"/>
    <dgm:cxn modelId="{D9C62763-BECC-4B92-ADE1-6CA307EFB122}" type="presOf" srcId="{57257BC1-9194-48D7-B486-02B3AF9E9B39}" destId="{801E5D4C-84E1-47F9-80C5-0BA9E8B406C1}" srcOrd="0" destOrd="0" presId="urn:microsoft.com/office/officeart/2005/8/layout/chevron2"/>
    <dgm:cxn modelId="{7C7D5469-DCAE-4E51-9852-3C80A5A2276A}" srcId="{57257BC1-9194-48D7-B486-02B3AF9E9B39}" destId="{127A7711-54C1-4277-AD7B-A50B3A6E7144}" srcOrd="1" destOrd="0" parTransId="{C8FC5A31-114F-49D2-930F-61DB4930D560}" sibTransId="{556DBBD5-2FBB-4172-B1DC-7842B4CE81FF}"/>
    <dgm:cxn modelId="{68C43C6D-058B-4555-A2CB-B4D261F80BF2}" type="presOf" srcId="{127A7711-54C1-4277-AD7B-A50B3A6E7144}" destId="{E076C5C1-52BF-4196-95CC-4AEA4DA3C524}" srcOrd="0" destOrd="0" presId="urn:microsoft.com/office/officeart/2005/8/layout/chevron2"/>
    <dgm:cxn modelId="{12C47450-330B-4139-B054-DE9023CFC279}" type="presOf" srcId="{EA14B772-A414-4F92-8970-D248BAFCA101}" destId="{3D2B61B3-E2F7-40F0-9531-DF0515116711}" srcOrd="0" destOrd="0" presId="urn:microsoft.com/office/officeart/2005/8/layout/chevron2"/>
    <dgm:cxn modelId="{F7349F52-7EC6-4F4E-9EBF-4E1140B6A39A}" srcId="{57257BC1-9194-48D7-B486-02B3AF9E9B39}" destId="{25B97DC3-EFEB-4FC1-91A0-2ACC7FB30F5B}" srcOrd="3" destOrd="0" parTransId="{558A25A1-D3DE-4D7B-A9C6-50D104DEC04B}" sibTransId="{C6D34787-DC1B-417C-8693-7D6C942410FB}"/>
    <dgm:cxn modelId="{6B782579-E24D-48DE-8215-BE94D7537AA7}" srcId="{25B97DC3-EFEB-4FC1-91A0-2ACC7FB30F5B}" destId="{A8D18193-A934-4E01-8FB4-5437E8BE5A47}" srcOrd="0" destOrd="0" parTransId="{8CCA7633-6A0D-46E8-AAEC-1AC52BD48FD3}" sibTransId="{34954126-D571-4F55-99F8-A5022882912A}"/>
    <dgm:cxn modelId="{435F077A-2D02-4905-9997-91965B755FB3}" srcId="{E02419B9-AB23-4E37-A5DE-D0A58020F1EC}" destId="{1B8E2C43-1B18-4685-BB87-BE8B1F52D4D1}" srcOrd="0" destOrd="0" parTransId="{0556A6B7-CC47-47B2-85FF-C50999B9ACED}" sibTransId="{603FDA99-A1C9-473B-BDF4-5A7F3F061173}"/>
    <dgm:cxn modelId="{EB0D2C80-4E95-4EA2-BBAB-AACFF490E292}" type="presOf" srcId="{10816D84-C9E3-48FD-BD31-E6E8ECF450B0}" destId="{135D126F-76FC-4255-96F2-F0C268E262A6}" srcOrd="0" destOrd="0" presId="urn:microsoft.com/office/officeart/2005/8/layout/chevron2"/>
    <dgm:cxn modelId="{7739DEA7-89E6-4115-BC23-165AFD562FAD}" srcId="{EA14B772-A414-4F92-8970-D248BAFCA101}" destId="{10816D84-C9E3-48FD-BD31-E6E8ECF450B0}" srcOrd="0" destOrd="0" parTransId="{93C40F86-8924-4965-A58B-589197C05354}" sibTransId="{FBE997D3-0F8F-4B8C-BB52-963C37FE45F0}"/>
    <dgm:cxn modelId="{4FACFCAA-5E92-4E50-967F-D79204286919}" srcId="{127A7711-54C1-4277-AD7B-A50B3A6E7144}" destId="{8BB63F50-0E00-40B0-935E-D61ACED62620}" srcOrd="0" destOrd="0" parTransId="{CD5F1874-E2D8-47A9-AC73-024DADF8987D}" sibTransId="{D3FE3974-B60C-4673-B66D-4CB0EC9A7E7B}"/>
    <dgm:cxn modelId="{A6ACEEC5-C0BE-462D-92FB-CAD73138548F}" type="presOf" srcId="{E02419B9-AB23-4E37-A5DE-D0A58020F1EC}" destId="{A4B80E2E-EE29-4946-B57D-ED2A91E9EA78}" srcOrd="0" destOrd="0" presId="urn:microsoft.com/office/officeart/2005/8/layout/chevron2"/>
    <dgm:cxn modelId="{2FFB57CA-4589-4A3E-96FB-6BCB9F0937DD}" type="presOf" srcId="{A8D18193-A934-4E01-8FB4-5437E8BE5A47}" destId="{CAFAC1BA-330C-44AD-881F-E37454536B0F}" srcOrd="0" destOrd="0" presId="urn:microsoft.com/office/officeart/2005/8/layout/chevron2"/>
    <dgm:cxn modelId="{5E8B39CC-0CF8-410B-99F3-17C4F29D386F}" type="presOf" srcId="{8BB63F50-0E00-40B0-935E-D61ACED62620}" destId="{42E2F0B7-E17B-4CB7-B847-C502509B5C4C}" srcOrd="0" destOrd="0" presId="urn:microsoft.com/office/officeart/2005/8/layout/chevron2"/>
    <dgm:cxn modelId="{220A85EC-5A85-4E43-983D-3D71A3BE648A}" srcId="{57257BC1-9194-48D7-B486-02B3AF9E9B39}" destId="{EA14B772-A414-4F92-8970-D248BAFCA101}" srcOrd="2" destOrd="0" parTransId="{07A60144-A562-4E8B-BDA1-F7DA2E2A7A9A}" sibTransId="{CE8A23D1-EC08-4A3F-B919-663477D2DD71}"/>
    <dgm:cxn modelId="{5168E9EF-4829-43CE-9EA6-186B9D2FB764}" srcId="{57257BC1-9194-48D7-B486-02B3AF9E9B39}" destId="{E02419B9-AB23-4E37-A5DE-D0A58020F1EC}" srcOrd="0" destOrd="0" parTransId="{9BBCC305-B6D8-4B02-A3E2-E16A18DC111F}" sibTransId="{D275DA0F-CAF9-4DAC-AD96-85C5C0487A30}"/>
    <dgm:cxn modelId="{0E6DE85C-342F-4CCD-AA36-F193F067F824}" type="presParOf" srcId="{801E5D4C-84E1-47F9-80C5-0BA9E8B406C1}" destId="{0B3803E8-B29A-4AD0-9F74-5EADFE2A87F7}" srcOrd="0" destOrd="0" presId="urn:microsoft.com/office/officeart/2005/8/layout/chevron2"/>
    <dgm:cxn modelId="{684D2BC6-B71F-44F2-A297-173AECB3E8F6}" type="presParOf" srcId="{0B3803E8-B29A-4AD0-9F74-5EADFE2A87F7}" destId="{A4B80E2E-EE29-4946-B57D-ED2A91E9EA78}" srcOrd="0" destOrd="0" presId="urn:microsoft.com/office/officeart/2005/8/layout/chevron2"/>
    <dgm:cxn modelId="{44541884-8AB8-44F9-937C-EAA29E1BD1A2}" type="presParOf" srcId="{0B3803E8-B29A-4AD0-9F74-5EADFE2A87F7}" destId="{C369FE75-EA61-4C66-89D0-266562FC387B}" srcOrd="1" destOrd="0" presId="urn:microsoft.com/office/officeart/2005/8/layout/chevron2"/>
    <dgm:cxn modelId="{97FAFF04-BF92-477E-8A8D-6FB620174BA6}" type="presParOf" srcId="{801E5D4C-84E1-47F9-80C5-0BA9E8B406C1}" destId="{C6359097-35F1-49C4-9C09-866B08002820}" srcOrd="1" destOrd="0" presId="urn:microsoft.com/office/officeart/2005/8/layout/chevron2"/>
    <dgm:cxn modelId="{F116A5FD-51D2-4FE6-A6D4-2B65D1AEDCCA}" type="presParOf" srcId="{801E5D4C-84E1-47F9-80C5-0BA9E8B406C1}" destId="{5FE24C0A-0000-4C2D-BE96-7A7A89C84C93}" srcOrd="2" destOrd="0" presId="urn:microsoft.com/office/officeart/2005/8/layout/chevron2"/>
    <dgm:cxn modelId="{21398D9D-6404-4735-A39C-5189174F9D6F}" type="presParOf" srcId="{5FE24C0A-0000-4C2D-BE96-7A7A89C84C93}" destId="{E076C5C1-52BF-4196-95CC-4AEA4DA3C524}" srcOrd="0" destOrd="0" presId="urn:microsoft.com/office/officeart/2005/8/layout/chevron2"/>
    <dgm:cxn modelId="{C7315084-08FC-490A-97A8-339AFD4D1FDA}" type="presParOf" srcId="{5FE24C0A-0000-4C2D-BE96-7A7A89C84C93}" destId="{42E2F0B7-E17B-4CB7-B847-C502509B5C4C}" srcOrd="1" destOrd="0" presId="urn:microsoft.com/office/officeart/2005/8/layout/chevron2"/>
    <dgm:cxn modelId="{92919281-9E3C-443E-A35F-7AE52E0A087C}" type="presParOf" srcId="{801E5D4C-84E1-47F9-80C5-0BA9E8B406C1}" destId="{5E605E7C-04EF-46C6-B6C1-4BE5AC818C49}" srcOrd="3" destOrd="0" presId="urn:microsoft.com/office/officeart/2005/8/layout/chevron2"/>
    <dgm:cxn modelId="{9E28A5F7-6046-45D6-8B18-3A876E048B0C}" type="presParOf" srcId="{801E5D4C-84E1-47F9-80C5-0BA9E8B406C1}" destId="{110D6DA3-6D98-415C-80F1-4B5BFAF4507E}" srcOrd="4" destOrd="0" presId="urn:microsoft.com/office/officeart/2005/8/layout/chevron2"/>
    <dgm:cxn modelId="{1B1D4026-E236-4A61-9597-E4B88C29475D}" type="presParOf" srcId="{110D6DA3-6D98-415C-80F1-4B5BFAF4507E}" destId="{3D2B61B3-E2F7-40F0-9531-DF0515116711}" srcOrd="0" destOrd="0" presId="urn:microsoft.com/office/officeart/2005/8/layout/chevron2"/>
    <dgm:cxn modelId="{00904FA6-98E7-42C2-953F-C96F4598DEBE}" type="presParOf" srcId="{110D6DA3-6D98-415C-80F1-4B5BFAF4507E}" destId="{135D126F-76FC-4255-96F2-F0C268E262A6}" srcOrd="1" destOrd="0" presId="urn:microsoft.com/office/officeart/2005/8/layout/chevron2"/>
    <dgm:cxn modelId="{DE3FCB95-5D08-4FF6-83AA-652A6C8BD6F9}" type="presParOf" srcId="{801E5D4C-84E1-47F9-80C5-0BA9E8B406C1}" destId="{E3ACBCB3-C02E-4FB7-B704-E6E3C9C0C159}" srcOrd="5" destOrd="0" presId="urn:microsoft.com/office/officeart/2005/8/layout/chevron2"/>
    <dgm:cxn modelId="{00A4AA46-0022-4BB4-9331-7F83BE26D523}" type="presParOf" srcId="{801E5D4C-84E1-47F9-80C5-0BA9E8B406C1}" destId="{DF78ABF7-764F-4434-B221-6323FE0301ED}" srcOrd="6" destOrd="0" presId="urn:microsoft.com/office/officeart/2005/8/layout/chevron2"/>
    <dgm:cxn modelId="{FD43A272-2ACA-4894-9607-26F3919129ED}" type="presParOf" srcId="{DF78ABF7-764F-4434-B221-6323FE0301ED}" destId="{F8DFFCC7-9C76-426A-89AB-ED7E3CAD066C}" srcOrd="0" destOrd="0" presId="urn:microsoft.com/office/officeart/2005/8/layout/chevron2"/>
    <dgm:cxn modelId="{2CF19758-CD6C-45DF-B3DA-5855094039D9}" type="presParOf" srcId="{DF78ABF7-764F-4434-B221-6323FE0301ED}" destId="{CAFAC1BA-330C-44AD-881F-E37454536B0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2AFE0A-F1BF-414F-9406-CF16FE6190B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9124489-4098-4AA6-A7F8-5BB01384C731}">
      <dgm:prSet custT="1"/>
      <dgm:spPr/>
      <dgm:t>
        <a:bodyPr/>
        <a:lstStyle/>
        <a:p>
          <a:pPr rtl="0"/>
          <a:r>
            <a:rPr lang="ru-RU" sz="2000" b="1" dirty="0"/>
            <a:t>выполнение</a:t>
          </a:r>
          <a:endParaRPr lang="ru-RU" sz="2000" dirty="0"/>
        </a:p>
      </dgm:t>
    </dgm:pt>
    <dgm:pt modelId="{773AC314-F459-4B0C-8994-05F72101DED9}" type="parTrans" cxnId="{27C40D1F-F565-4E55-9FC6-57817DF10A91}">
      <dgm:prSet/>
      <dgm:spPr/>
      <dgm:t>
        <a:bodyPr/>
        <a:lstStyle/>
        <a:p>
          <a:endParaRPr lang="ru-RU"/>
        </a:p>
      </dgm:t>
    </dgm:pt>
    <dgm:pt modelId="{BE3CD68A-0676-4047-B09F-C458EDCD5A1F}" type="sibTrans" cxnId="{27C40D1F-F565-4E55-9FC6-57817DF10A91}">
      <dgm:prSet/>
      <dgm:spPr/>
      <dgm:t>
        <a:bodyPr/>
        <a:lstStyle/>
        <a:p>
          <a:endParaRPr lang="ru-RU"/>
        </a:p>
      </dgm:t>
    </dgm:pt>
    <dgm:pt modelId="{D7503E4A-C280-4625-86FD-615EC0611CA1}">
      <dgm:prSet custT="1"/>
      <dgm:spPr/>
      <dgm:t>
        <a:bodyPr/>
        <a:lstStyle/>
        <a:p>
          <a:pPr rtl="0"/>
          <a:r>
            <a:rPr lang="ru-RU" sz="2000" b="1" dirty="0"/>
            <a:t>готовность</a:t>
          </a:r>
        </a:p>
      </dgm:t>
    </dgm:pt>
    <dgm:pt modelId="{55D4D333-266B-4945-8809-C99CA4B64B8C}" type="parTrans" cxnId="{34F44053-47C2-4CBF-8A1D-467D979EC8E5}">
      <dgm:prSet/>
      <dgm:spPr/>
      <dgm:t>
        <a:bodyPr/>
        <a:lstStyle/>
        <a:p>
          <a:endParaRPr lang="ru-RU"/>
        </a:p>
      </dgm:t>
    </dgm:pt>
    <dgm:pt modelId="{115F07C3-E13A-4E65-996B-FE512CD11B54}" type="sibTrans" cxnId="{34F44053-47C2-4CBF-8A1D-467D979EC8E5}">
      <dgm:prSet/>
      <dgm:spPr/>
      <dgm:t>
        <a:bodyPr/>
        <a:lstStyle/>
        <a:p>
          <a:endParaRPr lang="ru-RU"/>
        </a:p>
      </dgm:t>
    </dgm:pt>
    <dgm:pt modelId="{EDB367C1-43D6-4EAD-807B-8AB2A2E36985}">
      <dgm:prSet custT="1"/>
      <dgm:spPr/>
      <dgm:t>
        <a:bodyPr/>
        <a:lstStyle/>
        <a:p>
          <a:pPr rtl="0"/>
          <a:r>
            <a:rPr lang="ru-RU" sz="2000" b="1" dirty="0"/>
            <a:t>ожидание</a:t>
          </a:r>
        </a:p>
      </dgm:t>
    </dgm:pt>
    <dgm:pt modelId="{E262CE73-92FC-42E8-BF43-A1199917EA2B}" type="parTrans" cxnId="{F0F3A1A2-4430-45E4-9BBE-0E47DCD48919}">
      <dgm:prSet/>
      <dgm:spPr/>
      <dgm:t>
        <a:bodyPr/>
        <a:lstStyle/>
        <a:p>
          <a:endParaRPr lang="ru-RU"/>
        </a:p>
      </dgm:t>
    </dgm:pt>
    <dgm:pt modelId="{7C8F47CC-C2FA-4B09-A096-F2062E4B35DB}" type="sibTrans" cxnId="{F0F3A1A2-4430-45E4-9BBE-0E47DCD48919}">
      <dgm:prSet/>
      <dgm:spPr/>
      <dgm:t>
        <a:bodyPr/>
        <a:lstStyle/>
        <a:p>
          <a:endParaRPr lang="ru-RU"/>
        </a:p>
      </dgm:t>
    </dgm:pt>
    <dgm:pt modelId="{AAA6BCF6-6425-42DF-B6D6-2CBF45AB92BF}">
      <dgm:prSet custT="1"/>
      <dgm:spPr/>
      <dgm:t>
        <a:bodyPr/>
        <a:lstStyle/>
        <a:p>
          <a:pPr algn="l" rtl="0"/>
          <a:r>
            <a:rPr lang="ru-RU" sz="2000" dirty="0"/>
            <a:t>активное состояние, во время которого поток  обладает всеми необходимыми ресурсами и непосредственно выполняется процессором</a:t>
          </a:r>
        </a:p>
      </dgm:t>
    </dgm:pt>
    <dgm:pt modelId="{3E25F7B6-3266-4F6D-931E-46457B8885D2}" type="parTrans" cxnId="{CF668F47-55E3-4015-B416-2774642706F1}">
      <dgm:prSet/>
      <dgm:spPr/>
      <dgm:t>
        <a:bodyPr/>
        <a:lstStyle/>
        <a:p>
          <a:endParaRPr lang="ru-RU"/>
        </a:p>
      </dgm:t>
    </dgm:pt>
    <dgm:pt modelId="{1A76E3D4-6286-4F0F-97B6-F8BF18E29A84}" type="sibTrans" cxnId="{CF668F47-55E3-4015-B416-2774642706F1}">
      <dgm:prSet/>
      <dgm:spPr/>
      <dgm:t>
        <a:bodyPr/>
        <a:lstStyle/>
        <a:p>
          <a:endParaRPr lang="ru-RU"/>
        </a:p>
      </dgm:t>
    </dgm:pt>
    <dgm:pt modelId="{7A4524D0-85EE-4DDD-B48D-84F8C1640C98}">
      <dgm:prSet custT="1"/>
      <dgm:spPr/>
      <dgm:t>
        <a:bodyPr/>
        <a:lstStyle/>
        <a:p>
          <a:pPr algn="l" rtl="0"/>
          <a:r>
            <a:rPr lang="ru-RU" sz="2000" dirty="0"/>
            <a:t>пассивное состояние, поток заблокирован в связи с внешними по отношению к нему обстоятельствами </a:t>
          </a:r>
        </a:p>
      </dgm:t>
    </dgm:pt>
    <dgm:pt modelId="{63BDE326-D0EA-468F-8DAC-5525DA33F013}" type="parTrans" cxnId="{39191976-FD88-4DDC-97BD-744B643BEE9E}">
      <dgm:prSet/>
      <dgm:spPr/>
      <dgm:t>
        <a:bodyPr/>
        <a:lstStyle/>
        <a:p>
          <a:endParaRPr lang="ru-RU"/>
        </a:p>
      </dgm:t>
    </dgm:pt>
    <dgm:pt modelId="{9361FC54-5BC0-4337-BBBB-8F69CCB2C55E}" type="sibTrans" cxnId="{39191976-FD88-4DDC-97BD-744B643BEE9E}">
      <dgm:prSet/>
      <dgm:spPr/>
      <dgm:t>
        <a:bodyPr/>
        <a:lstStyle/>
        <a:p>
          <a:endParaRPr lang="ru-RU"/>
        </a:p>
      </dgm:t>
    </dgm:pt>
    <dgm:pt modelId="{5ACA035C-FFF9-4A89-A357-D1910FE2FF2D}">
      <dgm:prSet custT="1"/>
      <dgm:spPr/>
      <dgm:t>
        <a:bodyPr/>
        <a:lstStyle/>
        <a:p>
          <a:pPr algn="l" rtl="0"/>
          <a:r>
            <a:rPr lang="ru-RU" sz="2000" dirty="0"/>
            <a:t>пассивное состояние, находясь в котором поток заблокирован по своим внутренним причинам  </a:t>
          </a:r>
        </a:p>
      </dgm:t>
    </dgm:pt>
    <dgm:pt modelId="{89B35A83-4C68-4A5A-A627-F7B854E4834C}" type="parTrans" cxnId="{8CFFD93A-A219-42B8-BB0A-78456935F04F}">
      <dgm:prSet/>
      <dgm:spPr/>
      <dgm:t>
        <a:bodyPr/>
        <a:lstStyle/>
        <a:p>
          <a:endParaRPr lang="ru-RU"/>
        </a:p>
      </dgm:t>
    </dgm:pt>
    <dgm:pt modelId="{12B3BBF2-AEAB-4560-A95D-9AE5DB3537FD}" type="sibTrans" cxnId="{8CFFD93A-A219-42B8-BB0A-78456935F04F}">
      <dgm:prSet/>
      <dgm:spPr/>
      <dgm:t>
        <a:bodyPr/>
        <a:lstStyle/>
        <a:p>
          <a:endParaRPr lang="ru-RU"/>
        </a:p>
      </dgm:t>
    </dgm:pt>
    <dgm:pt modelId="{B7EF8999-DE57-42BE-9B8C-954DC54B6F7E}" type="pres">
      <dgm:prSet presAssocID="{B32AFE0A-F1BF-414F-9406-CF16FE6190B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E0BEA7D-9EB9-4BD3-8B22-DC8C6AF23A32}" type="pres">
      <dgm:prSet presAssocID="{F9124489-4098-4AA6-A7F8-5BB01384C731}" presName="horFlow" presStyleCnt="0"/>
      <dgm:spPr/>
    </dgm:pt>
    <dgm:pt modelId="{50EE3A56-20EA-46E7-B970-DF1B19ECE4C6}" type="pres">
      <dgm:prSet presAssocID="{F9124489-4098-4AA6-A7F8-5BB01384C731}" presName="bigChev" presStyleLbl="node1" presStyleIdx="0" presStyleCnt="3" custScaleX="118320"/>
      <dgm:spPr/>
    </dgm:pt>
    <dgm:pt modelId="{92DE22D2-21EF-481F-8CA7-0803B421E9AC}" type="pres">
      <dgm:prSet presAssocID="{3E25F7B6-3266-4F6D-931E-46457B8885D2}" presName="parTrans" presStyleCnt="0"/>
      <dgm:spPr/>
    </dgm:pt>
    <dgm:pt modelId="{4BFD52E0-4DD2-45D9-9F7A-2E28E2D8D489}" type="pres">
      <dgm:prSet presAssocID="{AAA6BCF6-6425-42DF-B6D6-2CBF45AB92BF}" presName="node" presStyleLbl="alignAccFollowNode1" presStyleIdx="0" presStyleCnt="3" custScaleX="336357" custScaleY="104438">
        <dgm:presLayoutVars>
          <dgm:bulletEnabled val="1"/>
        </dgm:presLayoutVars>
      </dgm:prSet>
      <dgm:spPr/>
    </dgm:pt>
    <dgm:pt modelId="{E39E24FF-73CF-424C-BA26-49CBB3A3AA57}" type="pres">
      <dgm:prSet presAssocID="{F9124489-4098-4AA6-A7F8-5BB01384C731}" presName="vSp" presStyleCnt="0"/>
      <dgm:spPr/>
    </dgm:pt>
    <dgm:pt modelId="{8348618E-F7CB-4C58-80D9-D2DA79D45783}" type="pres">
      <dgm:prSet presAssocID="{D7503E4A-C280-4625-86FD-615EC0611CA1}" presName="horFlow" presStyleCnt="0"/>
      <dgm:spPr/>
    </dgm:pt>
    <dgm:pt modelId="{5011DBB6-6472-43F9-8414-C5C3C5C5A87B}" type="pres">
      <dgm:prSet presAssocID="{D7503E4A-C280-4625-86FD-615EC0611CA1}" presName="bigChev" presStyleLbl="node1" presStyleIdx="1" presStyleCnt="3" custScaleX="111463" custLinFactNeighborX="-3597" custLinFactNeighborY="-2694"/>
      <dgm:spPr/>
    </dgm:pt>
    <dgm:pt modelId="{E62F9C51-544B-4DC1-AA66-7CDBA2E89701}" type="pres">
      <dgm:prSet presAssocID="{63BDE326-D0EA-468F-8DAC-5525DA33F013}" presName="parTrans" presStyleCnt="0"/>
      <dgm:spPr/>
    </dgm:pt>
    <dgm:pt modelId="{87DEE149-B8BC-4E64-9CCB-7491D17FC760}" type="pres">
      <dgm:prSet presAssocID="{7A4524D0-85EE-4DDD-B48D-84F8C1640C98}" presName="node" presStyleLbl="alignAccFollowNode1" presStyleIdx="1" presStyleCnt="3" custScaleX="343528">
        <dgm:presLayoutVars>
          <dgm:bulletEnabled val="1"/>
        </dgm:presLayoutVars>
      </dgm:prSet>
      <dgm:spPr/>
    </dgm:pt>
    <dgm:pt modelId="{D8FE9D45-3ECF-4B32-AE99-12448EEBAC06}" type="pres">
      <dgm:prSet presAssocID="{D7503E4A-C280-4625-86FD-615EC0611CA1}" presName="vSp" presStyleCnt="0"/>
      <dgm:spPr/>
    </dgm:pt>
    <dgm:pt modelId="{6E84C7E9-9088-4409-B7AD-10E33BCA42B9}" type="pres">
      <dgm:prSet presAssocID="{EDB367C1-43D6-4EAD-807B-8AB2A2E36985}" presName="horFlow" presStyleCnt="0"/>
      <dgm:spPr/>
    </dgm:pt>
    <dgm:pt modelId="{68DBA867-C783-49B7-9D89-82159FE8D5EF}" type="pres">
      <dgm:prSet presAssocID="{EDB367C1-43D6-4EAD-807B-8AB2A2E36985}" presName="bigChev" presStyleLbl="node1" presStyleIdx="2" presStyleCnt="3" custScaleX="117442"/>
      <dgm:spPr/>
    </dgm:pt>
    <dgm:pt modelId="{0FA5D643-9463-4002-8B14-B64F47258540}" type="pres">
      <dgm:prSet presAssocID="{89B35A83-4C68-4A5A-A627-F7B854E4834C}" presName="parTrans" presStyleCnt="0"/>
      <dgm:spPr/>
    </dgm:pt>
    <dgm:pt modelId="{C000E880-49A6-45DE-8252-0A46492FA2F1}" type="pres">
      <dgm:prSet presAssocID="{5ACA035C-FFF9-4A89-A357-D1910FE2FF2D}" presName="node" presStyleLbl="alignAccFollowNode1" presStyleIdx="2" presStyleCnt="3" custScaleX="337744">
        <dgm:presLayoutVars>
          <dgm:bulletEnabled val="1"/>
        </dgm:presLayoutVars>
      </dgm:prSet>
      <dgm:spPr/>
    </dgm:pt>
  </dgm:ptLst>
  <dgm:cxnLst>
    <dgm:cxn modelId="{B9526B0A-8425-9348-91D4-B54E4FAC2B78}" type="presOf" srcId="{5ACA035C-FFF9-4A89-A357-D1910FE2FF2D}" destId="{C000E880-49A6-45DE-8252-0A46492FA2F1}" srcOrd="0" destOrd="0" presId="urn:microsoft.com/office/officeart/2005/8/layout/lProcess3"/>
    <dgm:cxn modelId="{27C40D1F-F565-4E55-9FC6-57817DF10A91}" srcId="{B32AFE0A-F1BF-414F-9406-CF16FE6190BC}" destId="{F9124489-4098-4AA6-A7F8-5BB01384C731}" srcOrd="0" destOrd="0" parTransId="{773AC314-F459-4B0C-8994-05F72101DED9}" sibTransId="{BE3CD68A-0676-4047-B09F-C458EDCD5A1F}"/>
    <dgm:cxn modelId="{8CEDBD2D-B7E9-EF49-A96D-795B7BFC4377}" type="presOf" srcId="{AAA6BCF6-6425-42DF-B6D6-2CBF45AB92BF}" destId="{4BFD52E0-4DD2-45D9-9F7A-2E28E2D8D489}" srcOrd="0" destOrd="0" presId="urn:microsoft.com/office/officeart/2005/8/layout/lProcess3"/>
    <dgm:cxn modelId="{8CFFD93A-A219-42B8-BB0A-78456935F04F}" srcId="{EDB367C1-43D6-4EAD-807B-8AB2A2E36985}" destId="{5ACA035C-FFF9-4A89-A357-D1910FE2FF2D}" srcOrd="0" destOrd="0" parTransId="{89B35A83-4C68-4A5A-A627-F7B854E4834C}" sibTransId="{12B3BBF2-AEAB-4560-A95D-9AE5DB3537FD}"/>
    <dgm:cxn modelId="{3A5F475D-9A62-BD4B-AA90-EEE849D5A242}" type="presOf" srcId="{7A4524D0-85EE-4DDD-B48D-84F8C1640C98}" destId="{87DEE149-B8BC-4E64-9CCB-7491D17FC760}" srcOrd="0" destOrd="0" presId="urn:microsoft.com/office/officeart/2005/8/layout/lProcess3"/>
    <dgm:cxn modelId="{CF668F47-55E3-4015-B416-2774642706F1}" srcId="{F9124489-4098-4AA6-A7F8-5BB01384C731}" destId="{AAA6BCF6-6425-42DF-B6D6-2CBF45AB92BF}" srcOrd="0" destOrd="0" parTransId="{3E25F7B6-3266-4F6D-931E-46457B8885D2}" sibTransId="{1A76E3D4-6286-4F0F-97B6-F8BF18E29A84}"/>
    <dgm:cxn modelId="{F8A8BC48-1504-DB4C-99EE-2B85FBC6E249}" type="presOf" srcId="{EDB367C1-43D6-4EAD-807B-8AB2A2E36985}" destId="{68DBA867-C783-49B7-9D89-82159FE8D5EF}" srcOrd="0" destOrd="0" presId="urn:microsoft.com/office/officeart/2005/8/layout/lProcess3"/>
    <dgm:cxn modelId="{5F71F44C-5652-E641-86C0-1E9299126F03}" type="presOf" srcId="{B32AFE0A-F1BF-414F-9406-CF16FE6190BC}" destId="{B7EF8999-DE57-42BE-9B8C-954DC54B6F7E}" srcOrd="0" destOrd="0" presId="urn:microsoft.com/office/officeart/2005/8/layout/lProcess3"/>
    <dgm:cxn modelId="{34F44053-47C2-4CBF-8A1D-467D979EC8E5}" srcId="{B32AFE0A-F1BF-414F-9406-CF16FE6190BC}" destId="{D7503E4A-C280-4625-86FD-615EC0611CA1}" srcOrd="1" destOrd="0" parTransId="{55D4D333-266B-4945-8809-C99CA4B64B8C}" sibTransId="{115F07C3-E13A-4E65-996B-FE512CD11B54}"/>
    <dgm:cxn modelId="{39191976-FD88-4DDC-97BD-744B643BEE9E}" srcId="{D7503E4A-C280-4625-86FD-615EC0611CA1}" destId="{7A4524D0-85EE-4DDD-B48D-84F8C1640C98}" srcOrd="0" destOrd="0" parTransId="{63BDE326-D0EA-468F-8DAC-5525DA33F013}" sibTransId="{9361FC54-5BC0-4337-BBBB-8F69CCB2C55E}"/>
    <dgm:cxn modelId="{0BA0F579-2F7B-6249-9136-67E4A553EC3C}" type="presOf" srcId="{D7503E4A-C280-4625-86FD-615EC0611CA1}" destId="{5011DBB6-6472-43F9-8414-C5C3C5C5A87B}" srcOrd="0" destOrd="0" presId="urn:microsoft.com/office/officeart/2005/8/layout/lProcess3"/>
    <dgm:cxn modelId="{F0F3A1A2-4430-45E4-9BBE-0E47DCD48919}" srcId="{B32AFE0A-F1BF-414F-9406-CF16FE6190BC}" destId="{EDB367C1-43D6-4EAD-807B-8AB2A2E36985}" srcOrd="2" destOrd="0" parTransId="{E262CE73-92FC-42E8-BF43-A1199917EA2B}" sibTransId="{7C8F47CC-C2FA-4B09-A096-F2062E4B35DB}"/>
    <dgm:cxn modelId="{6D398EAD-2592-0C4E-9CC4-2A5456F0D30A}" type="presOf" srcId="{F9124489-4098-4AA6-A7F8-5BB01384C731}" destId="{50EE3A56-20EA-46E7-B970-DF1B19ECE4C6}" srcOrd="0" destOrd="0" presId="urn:microsoft.com/office/officeart/2005/8/layout/lProcess3"/>
    <dgm:cxn modelId="{412F9E1C-F71C-4146-9364-28DCEEE37EE7}" type="presParOf" srcId="{B7EF8999-DE57-42BE-9B8C-954DC54B6F7E}" destId="{EE0BEA7D-9EB9-4BD3-8B22-DC8C6AF23A32}" srcOrd="0" destOrd="0" presId="urn:microsoft.com/office/officeart/2005/8/layout/lProcess3"/>
    <dgm:cxn modelId="{71375029-6E03-294E-8E3B-E82BC06460F7}" type="presParOf" srcId="{EE0BEA7D-9EB9-4BD3-8B22-DC8C6AF23A32}" destId="{50EE3A56-20EA-46E7-B970-DF1B19ECE4C6}" srcOrd="0" destOrd="0" presId="urn:microsoft.com/office/officeart/2005/8/layout/lProcess3"/>
    <dgm:cxn modelId="{007B68DB-D3C7-DC4A-A7FE-62185D8D49F9}" type="presParOf" srcId="{EE0BEA7D-9EB9-4BD3-8B22-DC8C6AF23A32}" destId="{92DE22D2-21EF-481F-8CA7-0803B421E9AC}" srcOrd="1" destOrd="0" presId="urn:microsoft.com/office/officeart/2005/8/layout/lProcess3"/>
    <dgm:cxn modelId="{E8E270A2-8FE6-924B-9D1E-103BFFCF2AC5}" type="presParOf" srcId="{EE0BEA7D-9EB9-4BD3-8B22-DC8C6AF23A32}" destId="{4BFD52E0-4DD2-45D9-9F7A-2E28E2D8D489}" srcOrd="2" destOrd="0" presId="urn:microsoft.com/office/officeart/2005/8/layout/lProcess3"/>
    <dgm:cxn modelId="{CD68410F-381B-EB42-B4A3-F897F4F80756}" type="presParOf" srcId="{B7EF8999-DE57-42BE-9B8C-954DC54B6F7E}" destId="{E39E24FF-73CF-424C-BA26-49CBB3A3AA57}" srcOrd="1" destOrd="0" presId="urn:microsoft.com/office/officeart/2005/8/layout/lProcess3"/>
    <dgm:cxn modelId="{E220C3F4-26B3-524A-A5F3-FD0E0B7E7C36}" type="presParOf" srcId="{B7EF8999-DE57-42BE-9B8C-954DC54B6F7E}" destId="{8348618E-F7CB-4C58-80D9-D2DA79D45783}" srcOrd="2" destOrd="0" presId="urn:microsoft.com/office/officeart/2005/8/layout/lProcess3"/>
    <dgm:cxn modelId="{77DF7379-AC33-314A-83C6-70227AF09307}" type="presParOf" srcId="{8348618E-F7CB-4C58-80D9-D2DA79D45783}" destId="{5011DBB6-6472-43F9-8414-C5C3C5C5A87B}" srcOrd="0" destOrd="0" presId="urn:microsoft.com/office/officeart/2005/8/layout/lProcess3"/>
    <dgm:cxn modelId="{F825CBAD-4B17-FF41-BD03-E87C76509D18}" type="presParOf" srcId="{8348618E-F7CB-4C58-80D9-D2DA79D45783}" destId="{E62F9C51-544B-4DC1-AA66-7CDBA2E89701}" srcOrd="1" destOrd="0" presId="urn:microsoft.com/office/officeart/2005/8/layout/lProcess3"/>
    <dgm:cxn modelId="{EB8C3AAD-BE86-8F4F-9AB9-37DE6CFC80D1}" type="presParOf" srcId="{8348618E-F7CB-4C58-80D9-D2DA79D45783}" destId="{87DEE149-B8BC-4E64-9CCB-7491D17FC760}" srcOrd="2" destOrd="0" presId="urn:microsoft.com/office/officeart/2005/8/layout/lProcess3"/>
    <dgm:cxn modelId="{4969052E-BBF0-C741-87C4-5EC4F57975E1}" type="presParOf" srcId="{B7EF8999-DE57-42BE-9B8C-954DC54B6F7E}" destId="{D8FE9D45-3ECF-4B32-AE99-12448EEBAC06}" srcOrd="3" destOrd="0" presId="urn:microsoft.com/office/officeart/2005/8/layout/lProcess3"/>
    <dgm:cxn modelId="{06A34B59-9D49-DE4A-802D-964AB2854E44}" type="presParOf" srcId="{B7EF8999-DE57-42BE-9B8C-954DC54B6F7E}" destId="{6E84C7E9-9088-4409-B7AD-10E33BCA42B9}" srcOrd="4" destOrd="0" presId="urn:microsoft.com/office/officeart/2005/8/layout/lProcess3"/>
    <dgm:cxn modelId="{B46E8154-3F83-1143-A7F5-59198DCB3695}" type="presParOf" srcId="{6E84C7E9-9088-4409-B7AD-10E33BCA42B9}" destId="{68DBA867-C783-49B7-9D89-82159FE8D5EF}" srcOrd="0" destOrd="0" presId="urn:microsoft.com/office/officeart/2005/8/layout/lProcess3"/>
    <dgm:cxn modelId="{CA398CE2-6F1C-DE47-B86F-D6FB775CF00E}" type="presParOf" srcId="{6E84C7E9-9088-4409-B7AD-10E33BCA42B9}" destId="{0FA5D643-9463-4002-8B14-B64F47258540}" srcOrd="1" destOrd="0" presId="urn:microsoft.com/office/officeart/2005/8/layout/lProcess3"/>
    <dgm:cxn modelId="{A51A7363-46EF-084C-91DB-2DBEE577079B}" type="presParOf" srcId="{6E84C7E9-9088-4409-B7AD-10E33BCA42B9}" destId="{C000E880-49A6-45DE-8252-0A46492FA2F1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8673C7-7EC3-8447-8137-CA616F85014D}" type="doc">
      <dgm:prSet loTypeId="urn:microsoft.com/office/officeart/2005/8/layout/hList3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6CDCD9-107C-FE4A-BAC6-27AD68C36020}">
      <dgm:prSet custT="1"/>
      <dgm:spPr/>
      <dgm:t>
        <a:bodyPr/>
        <a:lstStyle/>
        <a:p>
          <a:pPr rtl="0"/>
          <a:r>
            <a:rPr lang="ru-RU" sz="3200" dirty="0"/>
            <a:t>События, приводящие к созданию процессов:</a:t>
          </a:r>
        </a:p>
      </dgm:t>
    </dgm:pt>
    <dgm:pt modelId="{E49E351D-E8C7-C54C-98E9-7040CECC7219}" type="parTrans" cxnId="{2E36DD6F-5A81-5341-9341-B0625667353A}">
      <dgm:prSet/>
      <dgm:spPr/>
      <dgm:t>
        <a:bodyPr/>
        <a:lstStyle/>
        <a:p>
          <a:endParaRPr lang="ru-RU"/>
        </a:p>
      </dgm:t>
    </dgm:pt>
    <dgm:pt modelId="{3B242899-2D7F-5447-9062-8FA0797C5A24}" type="sibTrans" cxnId="{2E36DD6F-5A81-5341-9341-B0625667353A}">
      <dgm:prSet/>
      <dgm:spPr/>
      <dgm:t>
        <a:bodyPr/>
        <a:lstStyle/>
        <a:p>
          <a:endParaRPr lang="ru-RU"/>
        </a:p>
      </dgm:t>
    </dgm:pt>
    <dgm:pt modelId="{2AB0A211-FC29-624F-95E9-5D6187EC55B9}">
      <dgm:prSet custT="1"/>
      <dgm:spPr/>
      <dgm:t>
        <a:bodyPr/>
        <a:lstStyle/>
        <a:p>
          <a:pPr rtl="0"/>
          <a:r>
            <a:rPr lang="ru-RU" sz="2400" dirty="0"/>
            <a:t>загрузка системы</a:t>
          </a:r>
        </a:p>
      </dgm:t>
    </dgm:pt>
    <dgm:pt modelId="{563C2513-C208-E546-A976-57EC1C87799D}" type="parTrans" cxnId="{620460E7-699C-D046-BCA4-DD5BBFA0FD6F}">
      <dgm:prSet/>
      <dgm:spPr/>
      <dgm:t>
        <a:bodyPr/>
        <a:lstStyle/>
        <a:p>
          <a:endParaRPr lang="ru-RU"/>
        </a:p>
      </dgm:t>
    </dgm:pt>
    <dgm:pt modelId="{8D6E2287-AC4F-794F-B840-EA7C3F97E8FC}" type="sibTrans" cxnId="{620460E7-699C-D046-BCA4-DD5BBFA0FD6F}">
      <dgm:prSet/>
      <dgm:spPr/>
      <dgm:t>
        <a:bodyPr/>
        <a:lstStyle/>
        <a:p>
          <a:endParaRPr lang="ru-RU"/>
        </a:p>
      </dgm:t>
    </dgm:pt>
    <dgm:pt modelId="{D4950BFD-BF34-3A43-A796-E139F5E549CF}">
      <dgm:prSet custT="1"/>
      <dgm:spPr/>
      <dgm:t>
        <a:bodyPr/>
        <a:lstStyle/>
        <a:p>
          <a:pPr rtl="0"/>
          <a:r>
            <a:rPr lang="ru-RU" sz="2400" dirty="0"/>
            <a:t>работающий процесс подает системный вызов на создание процесса </a:t>
          </a:r>
        </a:p>
      </dgm:t>
    </dgm:pt>
    <dgm:pt modelId="{79D47E17-257D-624E-9A74-9C86D917C30F}" type="parTrans" cxnId="{A817743B-C5C7-E54E-9DE5-4BC925FD0D28}">
      <dgm:prSet/>
      <dgm:spPr/>
      <dgm:t>
        <a:bodyPr/>
        <a:lstStyle/>
        <a:p>
          <a:endParaRPr lang="ru-RU"/>
        </a:p>
      </dgm:t>
    </dgm:pt>
    <dgm:pt modelId="{8426542F-7C0F-D747-B8AE-409916121BE8}" type="sibTrans" cxnId="{A817743B-C5C7-E54E-9DE5-4BC925FD0D28}">
      <dgm:prSet/>
      <dgm:spPr/>
      <dgm:t>
        <a:bodyPr/>
        <a:lstStyle/>
        <a:p>
          <a:endParaRPr lang="ru-RU"/>
        </a:p>
      </dgm:t>
    </dgm:pt>
    <dgm:pt modelId="{B0F92FA7-290E-8247-80E8-549376E44526}">
      <dgm:prSet custT="1"/>
      <dgm:spPr/>
      <dgm:t>
        <a:bodyPr/>
        <a:lstStyle/>
        <a:p>
          <a:pPr rtl="0"/>
          <a:r>
            <a:rPr lang="ru-RU" sz="2400" dirty="0"/>
            <a:t>запрос пользователя на создание процесса </a:t>
          </a:r>
        </a:p>
      </dgm:t>
    </dgm:pt>
    <dgm:pt modelId="{01C999D4-560C-C64B-83A2-8186B7EB4A93}" type="parTrans" cxnId="{9CC35C0D-D810-CF46-9F3D-971C21816253}">
      <dgm:prSet/>
      <dgm:spPr/>
      <dgm:t>
        <a:bodyPr/>
        <a:lstStyle/>
        <a:p>
          <a:endParaRPr lang="ru-RU"/>
        </a:p>
      </dgm:t>
    </dgm:pt>
    <dgm:pt modelId="{36B99227-0FB5-B94D-974E-2E5583E5F8C3}" type="sibTrans" cxnId="{9CC35C0D-D810-CF46-9F3D-971C21816253}">
      <dgm:prSet/>
      <dgm:spPr/>
      <dgm:t>
        <a:bodyPr/>
        <a:lstStyle/>
        <a:p>
          <a:endParaRPr lang="ru-RU"/>
        </a:p>
      </dgm:t>
    </dgm:pt>
    <dgm:pt modelId="{035526A2-7221-444E-BC80-D7A52F56E983}" type="pres">
      <dgm:prSet presAssocID="{678673C7-7EC3-8447-8137-CA616F85014D}" presName="composite" presStyleCnt="0">
        <dgm:presLayoutVars>
          <dgm:chMax val="1"/>
          <dgm:dir/>
          <dgm:resizeHandles val="exact"/>
        </dgm:presLayoutVars>
      </dgm:prSet>
      <dgm:spPr/>
    </dgm:pt>
    <dgm:pt modelId="{9890CFAE-EC56-034E-AD54-BE52FEF0E474}" type="pres">
      <dgm:prSet presAssocID="{F66CDCD9-107C-FE4A-BAC6-27AD68C36020}" presName="roof" presStyleLbl="dkBgShp" presStyleIdx="0" presStyleCnt="2" custLinFactNeighborX="-3881" custLinFactNeighborY="-1543"/>
      <dgm:spPr/>
    </dgm:pt>
    <dgm:pt modelId="{67325097-D396-0248-AFED-6C88EFB47EAE}" type="pres">
      <dgm:prSet presAssocID="{F66CDCD9-107C-FE4A-BAC6-27AD68C36020}" presName="pillars" presStyleCnt="0"/>
      <dgm:spPr/>
    </dgm:pt>
    <dgm:pt modelId="{8DB0C889-D570-1746-AFA0-DA7F046BE778}" type="pres">
      <dgm:prSet presAssocID="{F66CDCD9-107C-FE4A-BAC6-27AD68C36020}" presName="pillar1" presStyleLbl="node1" presStyleIdx="0" presStyleCnt="3">
        <dgm:presLayoutVars>
          <dgm:bulletEnabled val="1"/>
        </dgm:presLayoutVars>
      </dgm:prSet>
      <dgm:spPr/>
    </dgm:pt>
    <dgm:pt modelId="{24B45B01-076E-7544-8A3A-72252EA71AC3}" type="pres">
      <dgm:prSet presAssocID="{D4950BFD-BF34-3A43-A796-E139F5E549CF}" presName="pillarX" presStyleLbl="node1" presStyleIdx="1" presStyleCnt="3">
        <dgm:presLayoutVars>
          <dgm:bulletEnabled val="1"/>
        </dgm:presLayoutVars>
      </dgm:prSet>
      <dgm:spPr/>
    </dgm:pt>
    <dgm:pt modelId="{B140A563-A001-524D-947E-958E50EE8B26}" type="pres">
      <dgm:prSet presAssocID="{B0F92FA7-290E-8247-80E8-549376E44526}" presName="pillarX" presStyleLbl="node1" presStyleIdx="2" presStyleCnt="3">
        <dgm:presLayoutVars>
          <dgm:bulletEnabled val="1"/>
        </dgm:presLayoutVars>
      </dgm:prSet>
      <dgm:spPr/>
    </dgm:pt>
    <dgm:pt modelId="{6E5397F8-03B5-D543-BA5E-F3BA04B1BA8B}" type="pres">
      <dgm:prSet presAssocID="{F66CDCD9-107C-FE4A-BAC6-27AD68C36020}" presName="base" presStyleLbl="dkBgShp" presStyleIdx="1" presStyleCnt="2"/>
      <dgm:spPr/>
    </dgm:pt>
  </dgm:ptLst>
  <dgm:cxnLst>
    <dgm:cxn modelId="{26A84E01-8145-8C44-8BF7-4BE59A3A5470}" type="presOf" srcId="{B0F92FA7-290E-8247-80E8-549376E44526}" destId="{B140A563-A001-524D-947E-958E50EE8B26}" srcOrd="0" destOrd="0" presId="urn:microsoft.com/office/officeart/2005/8/layout/hList3"/>
    <dgm:cxn modelId="{FCBA5A03-A3FD-E64E-8923-37E17275394B}" type="presOf" srcId="{2AB0A211-FC29-624F-95E9-5D6187EC55B9}" destId="{8DB0C889-D570-1746-AFA0-DA7F046BE778}" srcOrd="0" destOrd="0" presId="urn:microsoft.com/office/officeart/2005/8/layout/hList3"/>
    <dgm:cxn modelId="{9CC35C0D-D810-CF46-9F3D-971C21816253}" srcId="{F66CDCD9-107C-FE4A-BAC6-27AD68C36020}" destId="{B0F92FA7-290E-8247-80E8-549376E44526}" srcOrd="2" destOrd="0" parTransId="{01C999D4-560C-C64B-83A2-8186B7EB4A93}" sibTransId="{36B99227-0FB5-B94D-974E-2E5583E5F8C3}"/>
    <dgm:cxn modelId="{A817743B-C5C7-E54E-9DE5-4BC925FD0D28}" srcId="{F66CDCD9-107C-FE4A-BAC6-27AD68C36020}" destId="{D4950BFD-BF34-3A43-A796-E139F5E549CF}" srcOrd="1" destOrd="0" parTransId="{79D47E17-257D-624E-9A74-9C86D917C30F}" sibTransId="{8426542F-7C0F-D747-B8AE-409916121BE8}"/>
    <dgm:cxn modelId="{2E36DD6F-5A81-5341-9341-B0625667353A}" srcId="{678673C7-7EC3-8447-8137-CA616F85014D}" destId="{F66CDCD9-107C-FE4A-BAC6-27AD68C36020}" srcOrd="0" destOrd="0" parTransId="{E49E351D-E8C7-C54C-98E9-7040CECC7219}" sibTransId="{3B242899-2D7F-5447-9062-8FA0797C5A24}"/>
    <dgm:cxn modelId="{20BD0B82-BC24-1F40-AB26-E0E1121F1B08}" type="presOf" srcId="{678673C7-7EC3-8447-8137-CA616F85014D}" destId="{035526A2-7221-444E-BC80-D7A52F56E983}" srcOrd="0" destOrd="0" presId="urn:microsoft.com/office/officeart/2005/8/layout/hList3"/>
    <dgm:cxn modelId="{88412EC0-B358-B84A-BB5F-63C3C55D9244}" type="presOf" srcId="{F66CDCD9-107C-FE4A-BAC6-27AD68C36020}" destId="{9890CFAE-EC56-034E-AD54-BE52FEF0E474}" srcOrd="0" destOrd="0" presId="urn:microsoft.com/office/officeart/2005/8/layout/hList3"/>
    <dgm:cxn modelId="{620460E7-699C-D046-BCA4-DD5BBFA0FD6F}" srcId="{F66CDCD9-107C-FE4A-BAC6-27AD68C36020}" destId="{2AB0A211-FC29-624F-95E9-5D6187EC55B9}" srcOrd="0" destOrd="0" parTransId="{563C2513-C208-E546-A976-57EC1C87799D}" sibTransId="{8D6E2287-AC4F-794F-B840-EA7C3F97E8FC}"/>
    <dgm:cxn modelId="{17F899EB-1284-594D-8899-F026F6E990DB}" type="presOf" srcId="{D4950BFD-BF34-3A43-A796-E139F5E549CF}" destId="{24B45B01-076E-7544-8A3A-72252EA71AC3}" srcOrd="0" destOrd="0" presId="urn:microsoft.com/office/officeart/2005/8/layout/hList3"/>
    <dgm:cxn modelId="{2DECAF89-179F-A043-A765-8491F7CD9E2D}" type="presParOf" srcId="{035526A2-7221-444E-BC80-D7A52F56E983}" destId="{9890CFAE-EC56-034E-AD54-BE52FEF0E474}" srcOrd="0" destOrd="0" presId="urn:microsoft.com/office/officeart/2005/8/layout/hList3"/>
    <dgm:cxn modelId="{A7C6F528-3C00-6D47-A4F6-8DE5969DFE38}" type="presParOf" srcId="{035526A2-7221-444E-BC80-D7A52F56E983}" destId="{67325097-D396-0248-AFED-6C88EFB47EAE}" srcOrd="1" destOrd="0" presId="urn:microsoft.com/office/officeart/2005/8/layout/hList3"/>
    <dgm:cxn modelId="{1F2CB70B-B621-E84A-8B89-D4C79F95CCF8}" type="presParOf" srcId="{67325097-D396-0248-AFED-6C88EFB47EAE}" destId="{8DB0C889-D570-1746-AFA0-DA7F046BE778}" srcOrd="0" destOrd="0" presId="urn:microsoft.com/office/officeart/2005/8/layout/hList3"/>
    <dgm:cxn modelId="{A7D2C179-1F93-ED4E-B455-163829B64F2A}" type="presParOf" srcId="{67325097-D396-0248-AFED-6C88EFB47EAE}" destId="{24B45B01-076E-7544-8A3A-72252EA71AC3}" srcOrd="1" destOrd="0" presId="urn:microsoft.com/office/officeart/2005/8/layout/hList3"/>
    <dgm:cxn modelId="{8B9C49A7-82B9-2346-B0C4-7BF46DF2F7C6}" type="presParOf" srcId="{67325097-D396-0248-AFED-6C88EFB47EAE}" destId="{B140A563-A001-524D-947E-958E50EE8B26}" srcOrd="2" destOrd="0" presId="urn:microsoft.com/office/officeart/2005/8/layout/hList3"/>
    <dgm:cxn modelId="{EF6D0ACD-5FF7-5949-A0CB-BB6968698261}" type="presParOf" srcId="{035526A2-7221-444E-BC80-D7A52F56E983}" destId="{6E5397F8-03B5-D543-BA5E-F3BA04B1BA8B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0647E7-3ED7-D14E-BAAA-F5A99D90EBBD}" type="doc">
      <dgm:prSet loTypeId="urn:microsoft.com/office/officeart/2005/8/layout/hProcess9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0F32B04-FCCD-2044-91F9-48D4E570A4A5}">
      <dgm:prSet custT="1"/>
      <dgm:spPr/>
      <dgm:t>
        <a:bodyPr/>
        <a:lstStyle/>
        <a:p>
          <a:pPr rtl="0"/>
          <a:r>
            <a:rPr lang="ru-RU" sz="2000" dirty="0"/>
            <a:t>создать описатель процесса </a:t>
          </a:r>
        </a:p>
      </dgm:t>
    </dgm:pt>
    <dgm:pt modelId="{F0E296C7-4731-964E-A253-CC1B9D9786FC}" type="parTrans" cxnId="{87B7CA50-956C-C040-88B7-F6EC5348CA32}">
      <dgm:prSet/>
      <dgm:spPr/>
      <dgm:t>
        <a:bodyPr/>
        <a:lstStyle/>
        <a:p>
          <a:endParaRPr lang="ru-RU"/>
        </a:p>
      </dgm:t>
    </dgm:pt>
    <dgm:pt modelId="{D090DEC8-EC0A-FD40-92C3-120DCBA89604}" type="sibTrans" cxnId="{87B7CA50-956C-C040-88B7-F6EC5348CA32}">
      <dgm:prSet/>
      <dgm:spPr/>
      <dgm:t>
        <a:bodyPr/>
        <a:lstStyle/>
        <a:p>
          <a:endParaRPr lang="ru-RU"/>
        </a:p>
      </dgm:t>
    </dgm:pt>
    <dgm:pt modelId="{AE266F94-0E8E-A54C-802F-C9922D0384ED}">
      <dgm:prSet custT="1"/>
      <dgm:spPr/>
      <dgm:t>
        <a:bodyPr/>
        <a:lstStyle/>
        <a:p>
          <a:pPr rtl="0"/>
          <a:r>
            <a:rPr lang="ru-RU" sz="2000" dirty="0"/>
            <a:t> в многопоточной системе для каждого создаваемого процесса создать как минимум один поток выполнения</a:t>
          </a:r>
        </a:p>
      </dgm:t>
    </dgm:pt>
    <dgm:pt modelId="{A20F66F7-E0D3-0F41-8A2A-9D24BD58662D}" type="parTrans" cxnId="{F507B283-4788-CA48-B99D-39C8D0C7EBC8}">
      <dgm:prSet/>
      <dgm:spPr/>
      <dgm:t>
        <a:bodyPr/>
        <a:lstStyle/>
        <a:p>
          <a:endParaRPr lang="ru-RU"/>
        </a:p>
      </dgm:t>
    </dgm:pt>
    <dgm:pt modelId="{7F3CF5CC-D90B-6F41-B003-185F5CD7777F}" type="sibTrans" cxnId="{F507B283-4788-CA48-B99D-39C8D0C7EBC8}">
      <dgm:prSet/>
      <dgm:spPr/>
      <dgm:t>
        <a:bodyPr/>
        <a:lstStyle/>
        <a:p>
          <a:endParaRPr lang="ru-RU"/>
        </a:p>
      </dgm:t>
    </dgm:pt>
    <dgm:pt modelId="{CE23FF88-E72A-5444-91BB-1D00837955A8}">
      <dgm:prSet custT="1"/>
      <dgm:spPr/>
      <dgm:t>
        <a:bodyPr/>
        <a:lstStyle/>
        <a:p>
          <a:pPr rtl="0"/>
          <a:r>
            <a:rPr lang="ru-RU" sz="2000" dirty="0"/>
            <a:t>загрузить коды и данные исполняемой программы процесса с диска в оперативную память</a:t>
          </a:r>
        </a:p>
      </dgm:t>
    </dgm:pt>
    <dgm:pt modelId="{38D676F3-EC5F-6449-854D-AB7E9ED8CE27}" type="parTrans" cxnId="{9A50C1DF-95A4-6F49-9AB3-4FBD5F08E918}">
      <dgm:prSet/>
      <dgm:spPr/>
      <dgm:t>
        <a:bodyPr/>
        <a:lstStyle/>
        <a:p>
          <a:endParaRPr lang="ru-RU"/>
        </a:p>
      </dgm:t>
    </dgm:pt>
    <dgm:pt modelId="{D41CDA1A-C849-274E-9ECD-DB0FD37CE7C5}" type="sibTrans" cxnId="{9A50C1DF-95A4-6F49-9AB3-4FBD5F08E918}">
      <dgm:prSet/>
      <dgm:spPr/>
      <dgm:t>
        <a:bodyPr/>
        <a:lstStyle/>
        <a:p>
          <a:endParaRPr lang="ru-RU"/>
        </a:p>
      </dgm:t>
    </dgm:pt>
    <dgm:pt modelId="{12BA3434-09BC-8D49-86BE-9543CAA9B55E}" type="pres">
      <dgm:prSet presAssocID="{C40647E7-3ED7-D14E-BAAA-F5A99D90EBBD}" presName="CompostProcess" presStyleCnt="0">
        <dgm:presLayoutVars>
          <dgm:dir/>
          <dgm:resizeHandles val="exact"/>
        </dgm:presLayoutVars>
      </dgm:prSet>
      <dgm:spPr/>
    </dgm:pt>
    <dgm:pt modelId="{242C4FA3-CD9E-434F-A6D3-BE6759560D66}" type="pres">
      <dgm:prSet presAssocID="{C40647E7-3ED7-D14E-BAAA-F5A99D90EBBD}" presName="arrow" presStyleLbl="bgShp" presStyleIdx="0" presStyleCnt="1"/>
      <dgm:spPr/>
    </dgm:pt>
    <dgm:pt modelId="{CA54A932-D723-584F-B82E-A23C274BCB47}" type="pres">
      <dgm:prSet presAssocID="{C40647E7-3ED7-D14E-BAAA-F5A99D90EBBD}" presName="linearProcess" presStyleCnt="0"/>
      <dgm:spPr/>
    </dgm:pt>
    <dgm:pt modelId="{F8450E99-4075-5348-977C-C10EE9B10B20}" type="pres">
      <dgm:prSet presAssocID="{D0F32B04-FCCD-2044-91F9-48D4E570A4A5}" presName="textNode" presStyleLbl="node1" presStyleIdx="0" presStyleCnt="3">
        <dgm:presLayoutVars>
          <dgm:bulletEnabled val="1"/>
        </dgm:presLayoutVars>
      </dgm:prSet>
      <dgm:spPr/>
    </dgm:pt>
    <dgm:pt modelId="{7980B858-0F7A-604D-87A7-2A69B47832A8}" type="pres">
      <dgm:prSet presAssocID="{D090DEC8-EC0A-FD40-92C3-120DCBA89604}" presName="sibTrans" presStyleCnt="0"/>
      <dgm:spPr/>
    </dgm:pt>
    <dgm:pt modelId="{F1F89512-4D82-5C42-8D08-85B631151A0D}" type="pres">
      <dgm:prSet presAssocID="{CE23FF88-E72A-5444-91BB-1D00837955A8}" presName="textNode" presStyleLbl="node1" presStyleIdx="1" presStyleCnt="3" custScaleX="142407">
        <dgm:presLayoutVars>
          <dgm:bulletEnabled val="1"/>
        </dgm:presLayoutVars>
      </dgm:prSet>
      <dgm:spPr/>
    </dgm:pt>
    <dgm:pt modelId="{6DB9FE1E-9F55-BF40-AB5D-C2341A7A6F6B}" type="pres">
      <dgm:prSet presAssocID="{D41CDA1A-C849-274E-9ECD-DB0FD37CE7C5}" presName="sibTrans" presStyleCnt="0"/>
      <dgm:spPr/>
    </dgm:pt>
    <dgm:pt modelId="{A3ED91E1-6E11-D748-A6AF-454E3E0917AA}" type="pres">
      <dgm:prSet presAssocID="{AE266F94-0E8E-A54C-802F-C9922D0384ED}" presName="textNode" presStyleLbl="node1" presStyleIdx="2" presStyleCnt="3" custScaleX="150961">
        <dgm:presLayoutVars>
          <dgm:bulletEnabled val="1"/>
        </dgm:presLayoutVars>
      </dgm:prSet>
      <dgm:spPr/>
    </dgm:pt>
  </dgm:ptLst>
  <dgm:cxnLst>
    <dgm:cxn modelId="{8F99F924-B486-3D4B-9109-F86F367CC910}" type="presOf" srcId="{D0F32B04-FCCD-2044-91F9-48D4E570A4A5}" destId="{F8450E99-4075-5348-977C-C10EE9B10B20}" srcOrd="0" destOrd="0" presId="urn:microsoft.com/office/officeart/2005/8/layout/hProcess9"/>
    <dgm:cxn modelId="{29A85D27-D1DC-C749-A231-0510358651BC}" type="presOf" srcId="{CE23FF88-E72A-5444-91BB-1D00837955A8}" destId="{F1F89512-4D82-5C42-8D08-85B631151A0D}" srcOrd="0" destOrd="0" presId="urn:microsoft.com/office/officeart/2005/8/layout/hProcess9"/>
    <dgm:cxn modelId="{87B7CA50-956C-C040-88B7-F6EC5348CA32}" srcId="{C40647E7-3ED7-D14E-BAAA-F5A99D90EBBD}" destId="{D0F32B04-FCCD-2044-91F9-48D4E570A4A5}" srcOrd="0" destOrd="0" parTransId="{F0E296C7-4731-964E-A253-CC1B9D9786FC}" sibTransId="{D090DEC8-EC0A-FD40-92C3-120DCBA89604}"/>
    <dgm:cxn modelId="{F507B283-4788-CA48-B99D-39C8D0C7EBC8}" srcId="{C40647E7-3ED7-D14E-BAAA-F5A99D90EBBD}" destId="{AE266F94-0E8E-A54C-802F-C9922D0384ED}" srcOrd="2" destOrd="0" parTransId="{A20F66F7-E0D3-0F41-8A2A-9D24BD58662D}" sibTransId="{7F3CF5CC-D90B-6F41-B003-185F5CD7777F}"/>
    <dgm:cxn modelId="{D39EE7D1-1D49-FD47-AD3D-EF85AA919341}" type="presOf" srcId="{AE266F94-0E8E-A54C-802F-C9922D0384ED}" destId="{A3ED91E1-6E11-D748-A6AF-454E3E0917AA}" srcOrd="0" destOrd="0" presId="urn:microsoft.com/office/officeart/2005/8/layout/hProcess9"/>
    <dgm:cxn modelId="{9A50C1DF-95A4-6F49-9AB3-4FBD5F08E918}" srcId="{C40647E7-3ED7-D14E-BAAA-F5A99D90EBBD}" destId="{CE23FF88-E72A-5444-91BB-1D00837955A8}" srcOrd="1" destOrd="0" parTransId="{38D676F3-EC5F-6449-854D-AB7E9ED8CE27}" sibTransId="{D41CDA1A-C849-274E-9ECD-DB0FD37CE7C5}"/>
    <dgm:cxn modelId="{4D8BA0F3-E96D-744A-9F3E-608ED1B684E9}" type="presOf" srcId="{C40647E7-3ED7-D14E-BAAA-F5A99D90EBBD}" destId="{12BA3434-09BC-8D49-86BE-9543CAA9B55E}" srcOrd="0" destOrd="0" presId="urn:microsoft.com/office/officeart/2005/8/layout/hProcess9"/>
    <dgm:cxn modelId="{F7412FB8-8FD3-0342-AE51-06BC1B651002}" type="presParOf" srcId="{12BA3434-09BC-8D49-86BE-9543CAA9B55E}" destId="{242C4FA3-CD9E-434F-A6D3-BE6759560D66}" srcOrd="0" destOrd="0" presId="urn:microsoft.com/office/officeart/2005/8/layout/hProcess9"/>
    <dgm:cxn modelId="{10E3063E-7853-4A48-B34D-55FF33570FD6}" type="presParOf" srcId="{12BA3434-09BC-8D49-86BE-9543CAA9B55E}" destId="{CA54A932-D723-584F-B82E-A23C274BCB47}" srcOrd="1" destOrd="0" presId="urn:microsoft.com/office/officeart/2005/8/layout/hProcess9"/>
    <dgm:cxn modelId="{2542D2FC-B7BE-384C-B601-94318FC7E9EB}" type="presParOf" srcId="{CA54A932-D723-584F-B82E-A23C274BCB47}" destId="{F8450E99-4075-5348-977C-C10EE9B10B20}" srcOrd="0" destOrd="0" presId="urn:microsoft.com/office/officeart/2005/8/layout/hProcess9"/>
    <dgm:cxn modelId="{18ECCADF-9CC4-8B43-A0AA-6F07F4CA7896}" type="presParOf" srcId="{CA54A932-D723-584F-B82E-A23C274BCB47}" destId="{7980B858-0F7A-604D-87A7-2A69B47832A8}" srcOrd="1" destOrd="0" presId="urn:microsoft.com/office/officeart/2005/8/layout/hProcess9"/>
    <dgm:cxn modelId="{C9800CD2-7293-D647-A085-0CB464DA0799}" type="presParOf" srcId="{CA54A932-D723-584F-B82E-A23C274BCB47}" destId="{F1F89512-4D82-5C42-8D08-85B631151A0D}" srcOrd="2" destOrd="0" presId="urn:microsoft.com/office/officeart/2005/8/layout/hProcess9"/>
    <dgm:cxn modelId="{0A973B6E-6498-594A-ABF3-076D23C5D6CD}" type="presParOf" srcId="{CA54A932-D723-584F-B82E-A23C274BCB47}" destId="{6DB9FE1E-9F55-BF40-AB5D-C2341A7A6F6B}" srcOrd="3" destOrd="0" presId="urn:microsoft.com/office/officeart/2005/8/layout/hProcess9"/>
    <dgm:cxn modelId="{81D87436-181F-5347-9169-57626D9C7D08}" type="presParOf" srcId="{CA54A932-D723-584F-B82E-A23C274BCB47}" destId="{A3ED91E1-6E11-D748-A6AF-454E3E0917A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8FFA19-630B-F54C-B513-E583E0FA0663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EEC6747-3CE7-404B-B27D-33D2926939DD}">
      <dgm:prSet custT="1"/>
      <dgm:spPr/>
      <dgm:t>
        <a:bodyPr/>
        <a:lstStyle/>
        <a:p>
          <a:pPr rtl="0"/>
          <a:r>
            <a:rPr lang="ru-RU" sz="3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rPr>
            <a:t>Планирование:</a:t>
          </a:r>
          <a:endParaRPr lang="ru-RU" sz="3200" dirty="0"/>
        </a:p>
      </dgm:t>
    </dgm:pt>
    <dgm:pt modelId="{C3E435E9-8B8E-5245-818F-3CBBC9FAD2B1}" type="parTrans" cxnId="{98C290CE-3732-B441-A1BC-FCEEAF4F42AE}">
      <dgm:prSet/>
      <dgm:spPr/>
      <dgm:t>
        <a:bodyPr/>
        <a:lstStyle/>
        <a:p>
          <a:endParaRPr lang="ru-RU"/>
        </a:p>
      </dgm:t>
    </dgm:pt>
    <dgm:pt modelId="{57811018-56A0-3340-9BB6-1CBE253A8681}" type="sibTrans" cxnId="{98C290CE-3732-B441-A1BC-FCEEAF4F42AE}">
      <dgm:prSet/>
      <dgm:spPr/>
      <dgm:t>
        <a:bodyPr/>
        <a:lstStyle/>
        <a:p>
          <a:endParaRPr lang="ru-RU"/>
        </a:p>
      </dgm:t>
    </dgm:pt>
    <dgm:pt modelId="{507EAEF3-0558-7543-A79A-497F66A40ECC}">
      <dgm:prSet custT="1"/>
      <dgm:spPr/>
      <dgm:t>
        <a:bodyPr/>
        <a:lstStyle/>
        <a:p>
          <a:pPr rtl="0"/>
          <a:r>
            <a:rPr lang="ru-RU" sz="2000" dirty="0"/>
            <a:t>выбор потока для выполнения из очереди готовых</a:t>
          </a:r>
        </a:p>
      </dgm:t>
    </dgm:pt>
    <dgm:pt modelId="{A865751B-6FF0-AB4E-B11B-9ADB3073CC49}" type="parTrans" cxnId="{85DF73EC-299E-DC4A-A1AB-E1A2E4ACFFF3}">
      <dgm:prSet/>
      <dgm:spPr/>
      <dgm:t>
        <a:bodyPr/>
        <a:lstStyle/>
        <a:p>
          <a:endParaRPr lang="ru-RU"/>
        </a:p>
      </dgm:t>
    </dgm:pt>
    <dgm:pt modelId="{D958022E-DC5F-B448-95CA-5AC9F247C690}" type="sibTrans" cxnId="{85DF73EC-299E-DC4A-A1AB-E1A2E4ACFFF3}">
      <dgm:prSet/>
      <dgm:spPr/>
      <dgm:t>
        <a:bodyPr/>
        <a:lstStyle/>
        <a:p>
          <a:endParaRPr lang="ru-RU"/>
        </a:p>
      </dgm:t>
    </dgm:pt>
    <dgm:pt modelId="{074D9AB4-9D2F-4949-9679-D9DD000C96B0}">
      <dgm:prSet custT="1"/>
      <dgm:spPr/>
      <dgm:t>
        <a:bodyPr/>
        <a:lstStyle/>
        <a:p>
          <a:pPr rtl="0"/>
          <a:r>
            <a:rPr lang="ru-RU" sz="2000" dirty="0"/>
            <a:t>определение момента времени для смены текущего активного потока</a:t>
          </a:r>
        </a:p>
      </dgm:t>
    </dgm:pt>
    <dgm:pt modelId="{AA14DAAC-080A-8F48-8285-F7A732BD05FA}" type="parTrans" cxnId="{CD2D3580-88C0-4F43-B0DA-0C840D7E5D30}">
      <dgm:prSet/>
      <dgm:spPr/>
      <dgm:t>
        <a:bodyPr/>
        <a:lstStyle/>
        <a:p>
          <a:endParaRPr lang="ru-RU"/>
        </a:p>
      </dgm:t>
    </dgm:pt>
    <dgm:pt modelId="{A9CE2646-2B76-FB4D-A9E8-0529B9D5A95A}" type="sibTrans" cxnId="{CD2D3580-88C0-4F43-B0DA-0C840D7E5D30}">
      <dgm:prSet/>
      <dgm:spPr/>
      <dgm:t>
        <a:bodyPr/>
        <a:lstStyle/>
        <a:p>
          <a:endParaRPr lang="ru-RU"/>
        </a:p>
      </dgm:t>
    </dgm:pt>
    <dgm:pt modelId="{A3FC64C2-230B-2C4C-A816-687791AEC05A}" type="pres">
      <dgm:prSet presAssocID="{518FFA19-630B-F54C-B513-E583E0FA066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633D15-0A66-3E4D-8BB2-B02B7EF07A4D}" type="pres">
      <dgm:prSet presAssocID="{8EEC6747-3CE7-404B-B27D-33D2926939DD}" presName="root" presStyleCnt="0"/>
      <dgm:spPr/>
    </dgm:pt>
    <dgm:pt modelId="{9ADA3B18-7BED-474E-A538-F20DD35B369F}" type="pres">
      <dgm:prSet presAssocID="{8EEC6747-3CE7-404B-B27D-33D2926939DD}" presName="rootComposite" presStyleCnt="0"/>
      <dgm:spPr/>
    </dgm:pt>
    <dgm:pt modelId="{E7ABA806-9F8A-1F4E-A6AD-3D2C1747A6D6}" type="pres">
      <dgm:prSet presAssocID="{8EEC6747-3CE7-404B-B27D-33D2926939DD}" presName="rootText" presStyleLbl="node1" presStyleIdx="0" presStyleCnt="1" custScaleX="75996" custScaleY="29203"/>
      <dgm:spPr/>
    </dgm:pt>
    <dgm:pt modelId="{422609CF-DBEF-FF41-9C37-7174B209D5DA}" type="pres">
      <dgm:prSet presAssocID="{8EEC6747-3CE7-404B-B27D-33D2926939DD}" presName="rootConnector" presStyleLbl="node1" presStyleIdx="0" presStyleCnt="1"/>
      <dgm:spPr/>
    </dgm:pt>
    <dgm:pt modelId="{E6106F39-3263-6D46-B934-84712E9329DE}" type="pres">
      <dgm:prSet presAssocID="{8EEC6747-3CE7-404B-B27D-33D2926939DD}" presName="childShape" presStyleCnt="0"/>
      <dgm:spPr/>
    </dgm:pt>
    <dgm:pt modelId="{39486E81-5354-244C-AF12-82DEFC35F258}" type="pres">
      <dgm:prSet presAssocID="{AA14DAAC-080A-8F48-8285-F7A732BD05FA}" presName="Name13" presStyleLbl="parChTrans1D2" presStyleIdx="0" presStyleCnt="2"/>
      <dgm:spPr/>
    </dgm:pt>
    <dgm:pt modelId="{5C6CD651-9643-2846-B156-6D21101DAEBA}" type="pres">
      <dgm:prSet presAssocID="{074D9AB4-9D2F-4949-9679-D9DD000C96B0}" presName="childText" presStyleLbl="bgAcc1" presStyleIdx="0" presStyleCnt="2" custScaleX="188138" custScaleY="40479">
        <dgm:presLayoutVars>
          <dgm:bulletEnabled val="1"/>
        </dgm:presLayoutVars>
      </dgm:prSet>
      <dgm:spPr/>
    </dgm:pt>
    <dgm:pt modelId="{B9A4F8C3-7AC5-E346-B1B6-D521BC23C228}" type="pres">
      <dgm:prSet presAssocID="{A865751B-6FF0-AB4E-B11B-9ADB3073CC49}" presName="Name13" presStyleLbl="parChTrans1D2" presStyleIdx="1" presStyleCnt="2"/>
      <dgm:spPr/>
    </dgm:pt>
    <dgm:pt modelId="{E05237CF-A5BC-C647-814E-44C8871A6D22}" type="pres">
      <dgm:prSet presAssocID="{507EAEF3-0558-7543-A79A-497F66A40ECC}" presName="childText" presStyleLbl="bgAcc1" presStyleIdx="1" presStyleCnt="2" custScaleX="188836" custScaleY="37769">
        <dgm:presLayoutVars>
          <dgm:bulletEnabled val="1"/>
        </dgm:presLayoutVars>
      </dgm:prSet>
      <dgm:spPr/>
    </dgm:pt>
  </dgm:ptLst>
  <dgm:cxnLst>
    <dgm:cxn modelId="{D67D3E23-1A3B-014F-9B07-6FB593DD3BFC}" type="presOf" srcId="{074D9AB4-9D2F-4949-9679-D9DD000C96B0}" destId="{5C6CD651-9643-2846-B156-6D21101DAEBA}" srcOrd="0" destOrd="0" presId="urn:microsoft.com/office/officeart/2005/8/layout/hierarchy3"/>
    <dgm:cxn modelId="{0E016223-21EF-A74F-953C-1C5E45A7014A}" type="presOf" srcId="{8EEC6747-3CE7-404B-B27D-33D2926939DD}" destId="{E7ABA806-9F8A-1F4E-A6AD-3D2C1747A6D6}" srcOrd="0" destOrd="0" presId="urn:microsoft.com/office/officeart/2005/8/layout/hierarchy3"/>
    <dgm:cxn modelId="{9A7A5725-4205-FA45-9A92-7D700CF35728}" type="presOf" srcId="{A865751B-6FF0-AB4E-B11B-9ADB3073CC49}" destId="{B9A4F8C3-7AC5-E346-B1B6-D521BC23C228}" srcOrd="0" destOrd="0" presId="urn:microsoft.com/office/officeart/2005/8/layout/hierarchy3"/>
    <dgm:cxn modelId="{A83EFD6E-E0BF-1845-8D73-E19558804BDA}" type="presOf" srcId="{507EAEF3-0558-7543-A79A-497F66A40ECC}" destId="{E05237CF-A5BC-C647-814E-44C8871A6D22}" srcOrd="0" destOrd="0" presId="urn:microsoft.com/office/officeart/2005/8/layout/hierarchy3"/>
    <dgm:cxn modelId="{FDE1F65A-0AF0-5D4B-BA54-D405090032BA}" type="presOf" srcId="{8EEC6747-3CE7-404B-B27D-33D2926939DD}" destId="{422609CF-DBEF-FF41-9C37-7174B209D5DA}" srcOrd="1" destOrd="0" presId="urn:microsoft.com/office/officeart/2005/8/layout/hierarchy3"/>
    <dgm:cxn modelId="{CD2D3580-88C0-4F43-B0DA-0C840D7E5D30}" srcId="{8EEC6747-3CE7-404B-B27D-33D2926939DD}" destId="{074D9AB4-9D2F-4949-9679-D9DD000C96B0}" srcOrd="0" destOrd="0" parTransId="{AA14DAAC-080A-8F48-8285-F7A732BD05FA}" sibTransId="{A9CE2646-2B76-FB4D-A9E8-0529B9D5A95A}"/>
    <dgm:cxn modelId="{C76A909E-52CD-EA44-8821-2E6218C51E13}" type="presOf" srcId="{AA14DAAC-080A-8F48-8285-F7A732BD05FA}" destId="{39486E81-5354-244C-AF12-82DEFC35F258}" srcOrd="0" destOrd="0" presId="urn:microsoft.com/office/officeart/2005/8/layout/hierarchy3"/>
    <dgm:cxn modelId="{D1FB82AC-530D-1C4A-88CD-B6179D867729}" type="presOf" srcId="{518FFA19-630B-F54C-B513-E583E0FA0663}" destId="{A3FC64C2-230B-2C4C-A816-687791AEC05A}" srcOrd="0" destOrd="0" presId="urn:microsoft.com/office/officeart/2005/8/layout/hierarchy3"/>
    <dgm:cxn modelId="{98C290CE-3732-B441-A1BC-FCEEAF4F42AE}" srcId="{518FFA19-630B-F54C-B513-E583E0FA0663}" destId="{8EEC6747-3CE7-404B-B27D-33D2926939DD}" srcOrd="0" destOrd="0" parTransId="{C3E435E9-8B8E-5245-818F-3CBBC9FAD2B1}" sibTransId="{57811018-56A0-3340-9BB6-1CBE253A8681}"/>
    <dgm:cxn modelId="{85DF73EC-299E-DC4A-A1AB-E1A2E4ACFFF3}" srcId="{8EEC6747-3CE7-404B-B27D-33D2926939DD}" destId="{507EAEF3-0558-7543-A79A-497F66A40ECC}" srcOrd="1" destOrd="0" parTransId="{A865751B-6FF0-AB4E-B11B-9ADB3073CC49}" sibTransId="{D958022E-DC5F-B448-95CA-5AC9F247C690}"/>
    <dgm:cxn modelId="{5C6F35A7-E200-A74A-AC6B-469637EEE6AA}" type="presParOf" srcId="{A3FC64C2-230B-2C4C-A816-687791AEC05A}" destId="{7A633D15-0A66-3E4D-8BB2-B02B7EF07A4D}" srcOrd="0" destOrd="0" presId="urn:microsoft.com/office/officeart/2005/8/layout/hierarchy3"/>
    <dgm:cxn modelId="{85A8F9F9-F906-194E-8530-DFF4042E83BA}" type="presParOf" srcId="{7A633D15-0A66-3E4D-8BB2-B02B7EF07A4D}" destId="{9ADA3B18-7BED-474E-A538-F20DD35B369F}" srcOrd="0" destOrd="0" presId="urn:microsoft.com/office/officeart/2005/8/layout/hierarchy3"/>
    <dgm:cxn modelId="{FD5DFB68-7A5C-4245-A245-3430C9ECDE79}" type="presParOf" srcId="{9ADA3B18-7BED-474E-A538-F20DD35B369F}" destId="{E7ABA806-9F8A-1F4E-A6AD-3D2C1747A6D6}" srcOrd="0" destOrd="0" presId="urn:microsoft.com/office/officeart/2005/8/layout/hierarchy3"/>
    <dgm:cxn modelId="{EDBDF101-27CB-6340-B4F8-55CEE3BCB864}" type="presParOf" srcId="{9ADA3B18-7BED-474E-A538-F20DD35B369F}" destId="{422609CF-DBEF-FF41-9C37-7174B209D5DA}" srcOrd="1" destOrd="0" presId="urn:microsoft.com/office/officeart/2005/8/layout/hierarchy3"/>
    <dgm:cxn modelId="{49C18B7C-F859-4048-8864-562DF635809B}" type="presParOf" srcId="{7A633D15-0A66-3E4D-8BB2-B02B7EF07A4D}" destId="{E6106F39-3263-6D46-B934-84712E9329DE}" srcOrd="1" destOrd="0" presId="urn:microsoft.com/office/officeart/2005/8/layout/hierarchy3"/>
    <dgm:cxn modelId="{0BCF3893-A526-3349-B652-C2EB000E9EB9}" type="presParOf" srcId="{E6106F39-3263-6D46-B934-84712E9329DE}" destId="{39486E81-5354-244C-AF12-82DEFC35F258}" srcOrd="0" destOrd="0" presId="urn:microsoft.com/office/officeart/2005/8/layout/hierarchy3"/>
    <dgm:cxn modelId="{729A298E-FCE5-D14F-B2E7-D5DB3046F169}" type="presParOf" srcId="{E6106F39-3263-6D46-B934-84712E9329DE}" destId="{5C6CD651-9643-2846-B156-6D21101DAEBA}" srcOrd="1" destOrd="0" presId="urn:microsoft.com/office/officeart/2005/8/layout/hierarchy3"/>
    <dgm:cxn modelId="{E482C5FD-5AAA-9747-AF06-F48C1CC63E95}" type="presParOf" srcId="{E6106F39-3263-6D46-B934-84712E9329DE}" destId="{B9A4F8C3-7AC5-E346-B1B6-D521BC23C228}" srcOrd="2" destOrd="0" presId="urn:microsoft.com/office/officeart/2005/8/layout/hierarchy3"/>
    <dgm:cxn modelId="{3A791257-CFA1-3140-9FF3-E93588AC6259}" type="presParOf" srcId="{E6106F39-3263-6D46-B934-84712E9329DE}" destId="{E05237CF-A5BC-C647-814E-44C8871A6D22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8FFA19-630B-F54C-B513-E583E0FA0663}" type="doc">
      <dgm:prSet loTypeId="urn:microsoft.com/office/officeart/2005/8/layout/hierarchy3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EEC6747-3CE7-404B-B27D-33D2926939DD}">
      <dgm:prSet custT="1"/>
      <dgm:spPr/>
      <dgm:t>
        <a:bodyPr/>
        <a:lstStyle/>
        <a:p>
          <a:pPr rtl="0"/>
          <a:r>
            <a:rPr lang="ru-RU" sz="3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rPr>
            <a:t>Планирование:</a:t>
          </a:r>
          <a:endParaRPr lang="ru-RU" sz="3200" dirty="0"/>
        </a:p>
      </dgm:t>
    </dgm:pt>
    <dgm:pt modelId="{C3E435E9-8B8E-5245-818F-3CBBC9FAD2B1}" type="parTrans" cxnId="{98C290CE-3732-B441-A1BC-FCEEAF4F42AE}">
      <dgm:prSet/>
      <dgm:spPr/>
      <dgm:t>
        <a:bodyPr/>
        <a:lstStyle/>
        <a:p>
          <a:endParaRPr lang="ru-RU"/>
        </a:p>
      </dgm:t>
    </dgm:pt>
    <dgm:pt modelId="{57811018-56A0-3340-9BB6-1CBE253A8681}" type="sibTrans" cxnId="{98C290CE-3732-B441-A1BC-FCEEAF4F42AE}">
      <dgm:prSet/>
      <dgm:spPr/>
      <dgm:t>
        <a:bodyPr/>
        <a:lstStyle/>
        <a:p>
          <a:endParaRPr lang="ru-RU"/>
        </a:p>
      </dgm:t>
    </dgm:pt>
    <dgm:pt modelId="{507EAEF3-0558-7543-A79A-497F66A40ECC}">
      <dgm:prSet custT="1"/>
      <dgm:spPr/>
      <dgm:t>
        <a:bodyPr/>
        <a:lstStyle/>
        <a:p>
          <a:pPr rtl="0"/>
          <a:r>
            <a:rPr lang="ru-RU" sz="2000" dirty="0"/>
            <a:t>выбор потока для выполнения из очереди готовых</a:t>
          </a:r>
        </a:p>
      </dgm:t>
    </dgm:pt>
    <dgm:pt modelId="{A865751B-6FF0-AB4E-B11B-9ADB3073CC49}" type="parTrans" cxnId="{85DF73EC-299E-DC4A-A1AB-E1A2E4ACFFF3}">
      <dgm:prSet/>
      <dgm:spPr/>
      <dgm:t>
        <a:bodyPr/>
        <a:lstStyle/>
        <a:p>
          <a:endParaRPr lang="ru-RU"/>
        </a:p>
      </dgm:t>
    </dgm:pt>
    <dgm:pt modelId="{D958022E-DC5F-B448-95CA-5AC9F247C690}" type="sibTrans" cxnId="{85DF73EC-299E-DC4A-A1AB-E1A2E4ACFFF3}">
      <dgm:prSet/>
      <dgm:spPr/>
      <dgm:t>
        <a:bodyPr/>
        <a:lstStyle/>
        <a:p>
          <a:endParaRPr lang="ru-RU"/>
        </a:p>
      </dgm:t>
    </dgm:pt>
    <dgm:pt modelId="{074D9AB4-9D2F-4949-9679-D9DD000C96B0}">
      <dgm:prSet custT="1"/>
      <dgm:spPr/>
      <dgm:t>
        <a:bodyPr/>
        <a:lstStyle/>
        <a:p>
          <a:pPr rtl="0"/>
          <a:r>
            <a:rPr lang="ru-RU" sz="2000" dirty="0"/>
            <a:t>определение момента времени для смены текущего активного потока</a:t>
          </a:r>
        </a:p>
      </dgm:t>
    </dgm:pt>
    <dgm:pt modelId="{AA14DAAC-080A-8F48-8285-F7A732BD05FA}" type="parTrans" cxnId="{CD2D3580-88C0-4F43-B0DA-0C840D7E5D30}">
      <dgm:prSet/>
      <dgm:spPr/>
      <dgm:t>
        <a:bodyPr/>
        <a:lstStyle/>
        <a:p>
          <a:endParaRPr lang="ru-RU"/>
        </a:p>
      </dgm:t>
    </dgm:pt>
    <dgm:pt modelId="{A9CE2646-2B76-FB4D-A9E8-0529B9D5A95A}" type="sibTrans" cxnId="{CD2D3580-88C0-4F43-B0DA-0C840D7E5D30}">
      <dgm:prSet/>
      <dgm:spPr/>
      <dgm:t>
        <a:bodyPr/>
        <a:lstStyle/>
        <a:p>
          <a:endParaRPr lang="ru-RU"/>
        </a:p>
      </dgm:t>
    </dgm:pt>
    <dgm:pt modelId="{A3FC64C2-230B-2C4C-A816-687791AEC05A}" type="pres">
      <dgm:prSet presAssocID="{518FFA19-630B-F54C-B513-E583E0FA066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633D15-0A66-3E4D-8BB2-B02B7EF07A4D}" type="pres">
      <dgm:prSet presAssocID="{8EEC6747-3CE7-404B-B27D-33D2926939DD}" presName="root" presStyleCnt="0"/>
      <dgm:spPr/>
    </dgm:pt>
    <dgm:pt modelId="{9ADA3B18-7BED-474E-A538-F20DD35B369F}" type="pres">
      <dgm:prSet presAssocID="{8EEC6747-3CE7-404B-B27D-33D2926939DD}" presName="rootComposite" presStyleCnt="0"/>
      <dgm:spPr/>
    </dgm:pt>
    <dgm:pt modelId="{E7ABA806-9F8A-1F4E-A6AD-3D2C1747A6D6}" type="pres">
      <dgm:prSet presAssocID="{8EEC6747-3CE7-404B-B27D-33D2926939DD}" presName="rootText" presStyleLbl="node1" presStyleIdx="0" presStyleCnt="1" custScaleX="75996" custScaleY="29203"/>
      <dgm:spPr/>
    </dgm:pt>
    <dgm:pt modelId="{422609CF-DBEF-FF41-9C37-7174B209D5DA}" type="pres">
      <dgm:prSet presAssocID="{8EEC6747-3CE7-404B-B27D-33D2926939DD}" presName="rootConnector" presStyleLbl="node1" presStyleIdx="0" presStyleCnt="1"/>
      <dgm:spPr/>
    </dgm:pt>
    <dgm:pt modelId="{E6106F39-3263-6D46-B934-84712E9329DE}" type="pres">
      <dgm:prSet presAssocID="{8EEC6747-3CE7-404B-B27D-33D2926939DD}" presName="childShape" presStyleCnt="0"/>
      <dgm:spPr/>
    </dgm:pt>
    <dgm:pt modelId="{39486E81-5354-244C-AF12-82DEFC35F258}" type="pres">
      <dgm:prSet presAssocID="{AA14DAAC-080A-8F48-8285-F7A732BD05FA}" presName="Name13" presStyleLbl="parChTrans1D2" presStyleIdx="0" presStyleCnt="2"/>
      <dgm:spPr/>
    </dgm:pt>
    <dgm:pt modelId="{5C6CD651-9643-2846-B156-6D21101DAEBA}" type="pres">
      <dgm:prSet presAssocID="{074D9AB4-9D2F-4949-9679-D9DD000C96B0}" presName="childText" presStyleLbl="bgAcc1" presStyleIdx="0" presStyleCnt="2" custScaleX="188138" custScaleY="40479">
        <dgm:presLayoutVars>
          <dgm:bulletEnabled val="1"/>
        </dgm:presLayoutVars>
      </dgm:prSet>
      <dgm:spPr/>
    </dgm:pt>
    <dgm:pt modelId="{B9A4F8C3-7AC5-E346-B1B6-D521BC23C228}" type="pres">
      <dgm:prSet presAssocID="{A865751B-6FF0-AB4E-B11B-9ADB3073CC49}" presName="Name13" presStyleLbl="parChTrans1D2" presStyleIdx="1" presStyleCnt="2"/>
      <dgm:spPr/>
    </dgm:pt>
    <dgm:pt modelId="{E05237CF-A5BC-C647-814E-44C8871A6D22}" type="pres">
      <dgm:prSet presAssocID="{507EAEF3-0558-7543-A79A-497F66A40ECC}" presName="childText" presStyleLbl="bgAcc1" presStyleIdx="1" presStyleCnt="2" custScaleX="188836" custScaleY="37769">
        <dgm:presLayoutVars>
          <dgm:bulletEnabled val="1"/>
        </dgm:presLayoutVars>
      </dgm:prSet>
      <dgm:spPr/>
    </dgm:pt>
  </dgm:ptLst>
  <dgm:cxnLst>
    <dgm:cxn modelId="{1625390F-7D80-5248-BDB6-14D2E1A01162}" type="presOf" srcId="{518FFA19-630B-F54C-B513-E583E0FA0663}" destId="{A3FC64C2-230B-2C4C-A816-687791AEC05A}" srcOrd="0" destOrd="0" presId="urn:microsoft.com/office/officeart/2005/8/layout/hierarchy3"/>
    <dgm:cxn modelId="{F3058C30-BD45-3A4A-8C1B-02146ECA724C}" type="presOf" srcId="{8EEC6747-3CE7-404B-B27D-33D2926939DD}" destId="{422609CF-DBEF-FF41-9C37-7174B209D5DA}" srcOrd="1" destOrd="0" presId="urn:microsoft.com/office/officeart/2005/8/layout/hierarchy3"/>
    <dgm:cxn modelId="{EFDA3872-0B67-9946-8F49-F6650FF23299}" type="presOf" srcId="{507EAEF3-0558-7543-A79A-497F66A40ECC}" destId="{E05237CF-A5BC-C647-814E-44C8871A6D22}" srcOrd="0" destOrd="0" presId="urn:microsoft.com/office/officeart/2005/8/layout/hierarchy3"/>
    <dgm:cxn modelId="{CD2D3580-88C0-4F43-B0DA-0C840D7E5D30}" srcId="{8EEC6747-3CE7-404B-B27D-33D2926939DD}" destId="{074D9AB4-9D2F-4949-9679-D9DD000C96B0}" srcOrd="0" destOrd="0" parTransId="{AA14DAAC-080A-8F48-8285-F7A732BD05FA}" sibTransId="{A9CE2646-2B76-FB4D-A9E8-0529B9D5A95A}"/>
    <dgm:cxn modelId="{81F26AB8-863A-6F4E-9AA4-0486D6D5E981}" type="presOf" srcId="{AA14DAAC-080A-8F48-8285-F7A732BD05FA}" destId="{39486E81-5354-244C-AF12-82DEFC35F258}" srcOrd="0" destOrd="0" presId="urn:microsoft.com/office/officeart/2005/8/layout/hierarchy3"/>
    <dgm:cxn modelId="{20AB1CBB-4823-C543-A387-2F61B72D1405}" type="presOf" srcId="{074D9AB4-9D2F-4949-9679-D9DD000C96B0}" destId="{5C6CD651-9643-2846-B156-6D21101DAEBA}" srcOrd="0" destOrd="0" presId="urn:microsoft.com/office/officeart/2005/8/layout/hierarchy3"/>
    <dgm:cxn modelId="{98C290CE-3732-B441-A1BC-FCEEAF4F42AE}" srcId="{518FFA19-630B-F54C-B513-E583E0FA0663}" destId="{8EEC6747-3CE7-404B-B27D-33D2926939DD}" srcOrd="0" destOrd="0" parTransId="{C3E435E9-8B8E-5245-818F-3CBBC9FAD2B1}" sibTransId="{57811018-56A0-3340-9BB6-1CBE253A8681}"/>
    <dgm:cxn modelId="{EAC4C3E5-83E5-4A47-AFB3-A64A94FC079C}" type="presOf" srcId="{A865751B-6FF0-AB4E-B11B-9ADB3073CC49}" destId="{B9A4F8C3-7AC5-E346-B1B6-D521BC23C228}" srcOrd="0" destOrd="0" presId="urn:microsoft.com/office/officeart/2005/8/layout/hierarchy3"/>
    <dgm:cxn modelId="{85DF73EC-299E-DC4A-A1AB-E1A2E4ACFFF3}" srcId="{8EEC6747-3CE7-404B-B27D-33D2926939DD}" destId="{507EAEF3-0558-7543-A79A-497F66A40ECC}" srcOrd="1" destOrd="0" parTransId="{A865751B-6FF0-AB4E-B11B-9ADB3073CC49}" sibTransId="{D958022E-DC5F-B448-95CA-5AC9F247C690}"/>
    <dgm:cxn modelId="{F0EBECFE-9B82-5E49-AD1A-EA6E3E404181}" type="presOf" srcId="{8EEC6747-3CE7-404B-B27D-33D2926939DD}" destId="{E7ABA806-9F8A-1F4E-A6AD-3D2C1747A6D6}" srcOrd="0" destOrd="0" presId="urn:microsoft.com/office/officeart/2005/8/layout/hierarchy3"/>
    <dgm:cxn modelId="{5FC5F07E-5683-974E-AAE0-1B37AF9E0584}" type="presParOf" srcId="{A3FC64C2-230B-2C4C-A816-687791AEC05A}" destId="{7A633D15-0A66-3E4D-8BB2-B02B7EF07A4D}" srcOrd="0" destOrd="0" presId="urn:microsoft.com/office/officeart/2005/8/layout/hierarchy3"/>
    <dgm:cxn modelId="{E30106E5-A407-0040-8D54-2EAE40C08062}" type="presParOf" srcId="{7A633D15-0A66-3E4D-8BB2-B02B7EF07A4D}" destId="{9ADA3B18-7BED-474E-A538-F20DD35B369F}" srcOrd="0" destOrd="0" presId="urn:microsoft.com/office/officeart/2005/8/layout/hierarchy3"/>
    <dgm:cxn modelId="{AE08C6D4-CC4C-4D4B-8AF6-9154AD6B1CC7}" type="presParOf" srcId="{9ADA3B18-7BED-474E-A538-F20DD35B369F}" destId="{E7ABA806-9F8A-1F4E-A6AD-3D2C1747A6D6}" srcOrd="0" destOrd="0" presId="urn:microsoft.com/office/officeart/2005/8/layout/hierarchy3"/>
    <dgm:cxn modelId="{B3FF806D-3CF4-A240-B8CC-CCEABD5F9D38}" type="presParOf" srcId="{9ADA3B18-7BED-474E-A538-F20DD35B369F}" destId="{422609CF-DBEF-FF41-9C37-7174B209D5DA}" srcOrd="1" destOrd="0" presId="urn:microsoft.com/office/officeart/2005/8/layout/hierarchy3"/>
    <dgm:cxn modelId="{D230DC2E-9ED9-D140-8CB7-9CB1FFD25D55}" type="presParOf" srcId="{7A633D15-0A66-3E4D-8BB2-B02B7EF07A4D}" destId="{E6106F39-3263-6D46-B934-84712E9329DE}" srcOrd="1" destOrd="0" presId="urn:microsoft.com/office/officeart/2005/8/layout/hierarchy3"/>
    <dgm:cxn modelId="{31915EB9-A18E-984E-85E1-FE9BFD4720CC}" type="presParOf" srcId="{E6106F39-3263-6D46-B934-84712E9329DE}" destId="{39486E81-5354-244C-AF12-82DEFC35F258}" srcOrd="0" destOrd="0" presId="urn:microsoft.com/office/officeart/2005/8/layout/hierarchy3"/>
    <dgm:cxn modelId="{1177B5BE-00A0-2D47-9408-DEF686367B9C}" type="presParOf" srcId="{E6106F39-3263-6D46-B934-84712E9329DE}" destId="{5C6CD651-9643-2846-B156-6D21101DAEBA}" srcOrd="1" destOrd="0" presId="urn:microsoft.com/office/officeart/2005/8/layout/hierarchy3"/>
    <dgm:cxn modelId="{9EA46730-A4F6-6344-9A98-FAECE02F5DEB}" type="presParOf" srcId="{E6106F39-3263-6D46-B934-84712E9329DE}" destId="{B9A4F8C3-7AC5-E346-B1B6-D521BC23C228}" srcOrd="2" destOrd="0" presId="urn:microsoft.com/office/officeart/2005/8/layout/hierarchy3"/>
    <dgm:cxn modelId="{D8502C44-5478-9241-B112-E67BD22B79A5}" type="presParOf" srcId="{E6106F39-3263-6D46-B934-84712E9329DE}" destId="{E05237CF-A5BC-C647-814E-44C8871A6D22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5D72776-54A1-4889-A48E-7596A4A90D4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5FFE978-2CAA-413F-B868-2CB3D6E1C06D}">
      <dgm:prSet custT="1"/>
      <dgm:spPr/>
      <dgm:t>
        <a:bodyPr/>
        <a:lstStyle/>
        <a:p>
          <a:pPr rtl="0"/>
          <a:r>
            <a:rPr lang="ru-RU" sz="2400" dirty="0">
              <a:solidFill>
                <a:srgbClr val="800000"/>
              </a:solidFill>
            </a:rPr>
            <a:t>Планирование</a:t>
          </a:r>
        </a:p>
      </dgm:t>
    </dgm:pt>
    <dgm:pt modelId="{2D1A6321-5751-47A9-B101-3D9F42A9E1D6}" type="parTrans" cxnId="{180D036F-DA0A-48C6-AAB8-D47234817FDA}">
      <dgm:prSet/>
      <dgm:spPr/>
      <dgm:t>
        <a:bodyPr/>
        <a:lstStyle/>
        <a:p>
          <a:endParaRPr lang="ru-RU"/>
        </a:p>
      </dgm:t>
    </dgm:pt>
    <dgm:pt modelId="{00E6B7F4-5A79-4422-9B2B-F458F4CDE2B5}" type="sibTrans" cxnId="{180D036F-DA0A-48C6-AAB8-D47234817FDA}">
      <dgm:prSet/>
      <dgm:spPr/>
      <dgm:t>
        <a:bodyPr/>
        <a:lstStyle/>
        <a:p>
          <a:endParaRPr lang="ru-RU"/>
        </a:p>
      </dgm:t>
    </dgm:pt>
    <dgm:pt modelId="{05998B69-3934-4684-8E7C-277159AB7C83}">
      <dgm:prSet custT="1"/>
      <dgm:spPr/>
      <dgm:t>
        <a:bodyPr/>
        <a:lstStyle/>
        <a:p>
          <a:pPr rtl="0"/>
          <a:r>
            <a:rPr lang="ru-RU" sz="2000" dirty="0">
              <a:solidFill>
                <a:srgbClr val="FF0000"/>
              </a:solidFill>
            </a:rPr>
            <a:t> статическое</a:t>
          </a:r>
        </a:p>
        <a:p>
          <a:pPr rtl="0"/>
          <a:r>
            <a:rPr lang="ru-RU" sz="2000" dirty="0"/>
            <a:t> (решения приняты заранее, работа по расписанию)</a:t>
          </a:r>
        </a:p>
      </dgm:t>
    </dgm:pt>
    <dgm:pt modelId="{9E9D824E-076D-4242-9803-51AEAFF8506B}" type="parTrans" cxnId="{1B25879E-E968-46FB-99EE-EB342C594C0B}">
      <dgm:prSet/>
      <dgm:spPr/>
      <dgm:t>
        <a:bodyPr/>
        <a:lstStyle/>
        <a:p>
          <a:endParaRPr lang="ru-RU" dirty="0"/>
        </a:p>
      </dgm:t>
    </dgm:pt>
    <dgm:pt modelId="{D388B6F3-6020-4FE5-9791-18A15A99F4D7}" type="sibTrans" cxnId="{1B25879E-E968-46FB-99EE-EB342C594C0B}">
      <dgm:prSet/>
      <dgm:spPr/>
      <dgm:t>
        <a:bodyPr/>
        <a:lstStyle/>
        <a:p>
          <a:endParaRPr lang="ru-RU"/>
        </a:p>
      </dgm:t>
    </dgm:pt>
    <dgm:pt modelId="{B2E9F991-687C-47CB-9DB8-0423EA9DD9EF}">
      <dgm:prSet custT="1"/>
      <dgm:spPr/>
      <dgm:t>
        <a:bodyPr/>
        <a:lstStyle/>
        <a:p>
          <a:pPr rtl="0"/>
          <a:r>
            <a:rPr lang="ru-RU" sz="2000" dirty="0">
              <a:solidFill>
                <a:srgbClr val="FF0000"/>
              </a:solidFill>
            </a:rPr>
            <a:t> динамическое</a:t>
          </a:r>
        </a:p>
        <a:p>
          <a:pPr rtl="0"/>
          <a:r>
            <a:rPr lang="ru-RU" sz="1200" dirty="0"/>
            <a:t> (</a:t>
          </a:r>
          <a:r>
            <a:rPr lang="ru-RU" sz="1800" dirty="0"/>
            <a:t>решения принимаются во время работы системы на основе анализа текущей ситуации) </a:t>
          </a:r>
        </a:p>
      </dgm:t>
    </dgm:pt>
    <dgm:pt modelId="{BECB15E2-781A-4DEE-B496-61CF620EF7A3}" type="parTrans" cxnId="{6916F212-9D35-4D63-B720-4B704285C2A8}">
      <dgm:prSet/>
      <dgm:spPr/>
      <dgm:t>
        <a:bodyPr/>
        <a:lstStyle/>
        <a:p>
          <a:endParaRPr lang="ru-RU" dirty="0"/>
        </a:p>
      </dgm:t>
    </dgm:pt>
    <dgm:pt modelId="{8E0E9656-CB1E-4FE7-B7BA-63C29155B63C}" type="sibTrans" cxnId="{6916F212-9D35-4D63-B720-4B704285C2A8}">
      <dgm:prSet/>
      <dgm:spPr/>
      <dgm:t>
        <a:bodyPr/>
        <a:lstStyle/>
        <a:p>
          <a:endParaRPr lang="ru-RU"/>
        </a:p>
      </dgm:t>
    </dgm:pt>
    <dgm:pt modelId="{DEF2AFBF-8700-4D27-B00A-5416CD07F9F9}" type="pres">
      <dgm:prSet presAssocID="{15D72776-54A1-4889-A48E-7596A4A90D4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D7CD9D-5BA3-4D4F-8012-33D3F5E0C7B3}" type="pres">
      <dgm:prSet presAssocID="{85FFE978-2CAA-413F-B868-2CB3D6E1C06D}" presName="hierRoot1" presStyleCnt="0"/>
      <dgm:spPr/>
    </dgm:pt>
    <dgm:pt modelId="{814F3673-55D9-4DC6-B4D5-51C29DC047E4}" type="pres">
      <dgm:prSet presAssocID="{85FFE978-2CAA-413F-B868-2CB3D6E1C06D}" presName="composite" presStyleCnt="0"/>
      <dgm:spPr/>
    </dgm:pt>
    <dgm:pt modelId="{DD84FC8E-F86F-4F5A-A026-F79738E1703B}" type="pres">
      <dgm:prSet presAssocID="{85FFE978-2CAA-413F-B868-2CB3D6E1C06D}" presName="background" presStyleLbl="node0" presStyleIdx="0" presStyleCnt="1"/>
      <dgm:spPr/>
    </dgm:pt>
    <dgm:pt modelId="{19503BE4-F825-4596-9FB6-E4E968EC6C5A}" type="pres">
      <dgm:prSet presAssocID="{85FFE978-2CAA-413F-B868-2CB3D6E1C06D}" presName="text" presStyleLbl="fgAcc0" presStyleIdx="0" presStyleCnt="1" custScaleX="107806" custScaleY="72212">
        <dgm:presLayoutVars>
          <dgm:chPref val="3"/>
        </dgm:presLayoutVars>
      </dgm:prSet>
      <dgm:spPr/>
    </dgm:pt>
    <dgm:pt modelId="{91EBF011-E93E-484F-B509-969DFD0E4042}" type="pres">
      <dgm:prSet presAssocID="{85FFE978-2CAA-413F-B868-2CB3D6E1C06D}" presName="hierChild2" presStyleCnt="0"/>
      <dgm:spPr/>
    </dgm:pt>
    <dgm:pt modelId="{3560C870-81AF-4B41-9DB9-FF4C8B99B2A4}" type="pres">
      <dgm:prSet presAssocID="{BECB15E2-781A-4DEE-B496-61CF620EF7A3}" presName="Name10" presStyleLbl="parChTrans1D2" presStyleIdx="0" presStyleCnt="2"/>
      <dgm:spPr/>
    </dgm:pt>
    <dgm:pt modelId="{7C763939-D121-4EFD-A43A-10C8C79AEB9A}" type="pres">
      <dgm:prSet presAssocID="{B2E9F991-687C-47CB-9DB8-0423EA9DD9EF}" presName="hierRoot2" presStyleCnt="0"/>
      <dgm:spPr/>
    </dgm:pt>
    <dgm:pt modelId="{8B22B10A-6C56-4967-8372-9BB302457FA9}" type="pres">
      <dgm:prSet presAssocID="{B2E9F991-687C-47CB-9DB8-0423EA9DD9EF}" presName="composite2" presStyleCnt="0"/>
      <dgm:spPr/>
    </dgm:pt>
    <dgm:pt modelId="{055BE6A8-3E11-49F6-BCA0-02F9C98EDF29}" type="pres">
      <dgm:prSet presAssocID="{B2E9F991-687C-47CB-9DB8-0423EA9DD9EF}" presName="background2" presStyleLbl="node2" presStyleIdx="0" presStyleCnt="2"/>
      <dgm:spPr/>
    </dgm:pt>
    <dgm:pt modelId="{46825320-47ED-463F-933F-E1D3349F8B7E}" type="pres">
      <dgm:prSet presAssocID="{B2E9F991-687C-47CB-9DB8-0423EA9DD9EF}" presName="text2" presStyleLbl="fgAcc2" presStyleIdx="0" presStyleCnt="2" custScaleX="118081">
        <dgm:presLayoutVars>
          <dgm:chPref val="3"/>
        </dgm:presLayoutVars>
      </dgm:prSet>
      <dgm:spPr/>
    </dgm:pt>
    <dgm:pt modelId="{73681486-5166-40A9-A2D5-FC78E17B2D43}" type="pres">
      <dgm:prSet presAssocID="{B2E9F991-687C-47CB-9DB8-0423EA9DD9EF}" presName="hierChild3" presStyleCnt="0"/>
      <dgm:spPr/>
    </dgm:pt>
    <dgm:pt modelId="{3B5806E7-6D78-4F96-B8A1-1CC078F481EB}" type="pres">
      <dgm:prSet presAssocID="{9E9D824E-076D-4242-9803-51AEAFF8506B}" presName="Name10" presStyleLbl="parChTrans1D2" presStyleIdx="1" presStyleCnt="2"/>
      <dgm:spPr/>
    </dgm:pt>
    <dgm:pt modelId="{DDF238F9-2025-40AB-8053-01E2BB2F3671}" type="pres">
      <dgm:prSet presAssocID="{05998B69-3934-4684-8E7C-277159AB7C83}" presName="hierRoot2" presStyleCnt="0"/>
      <dgm:spPr/>
    </dgm:pt>
    <dgm:pt modelId="{330210A0-8A15-4EEF-BAEA-0C788871ABCC}" type="pres">
      <dgm:prSet presAssocID="{05998B69-3934-4684-8E7C-277159AB7C83}" presName="composite2" presStyleCnt="0"/>
      <dgm:spPr/>
    </dgm:pt>
    <dgm:pt modelId="{645EDD2A-E589-4B9F-A3A5-4344C5695092}" type="pres">
      <dgm:prSet presAssocID="{05998B69-3934-4684-8E7C-277159AB7C83}" presName="background2" presStyleLbl="node2" presStyleIdx="1" presStyleCnt="2"/>
      <dgm:spPr/>
    </dgm:pt>
    <dgm:pt modelId="{22686A32-96DB-42B3-877B-FB0C4F259D77}" type="pres">
      <dgm:prSet presAssocID="{05998B69-3934-4684-8E7C-277159AB7C83}" presName="text2" presStyleLbl="fgAcc2" presStyleIdx="1" presStyleCnt="2" custScaleX="123483">
        <dgm:presLayoutVars>
          <dgm:chPref val="3"/>
        </dgm:presLayoutVars>
      </dgm:prSet>
      <dgm:spPr/>
    </dgm:pt>
    <dgm:pt modelId="{10DA5D1F-B7F9-4175-ADA0-910007F3B974}" type="pres">
      <dgm:prSet presAssocID="{05998B69-3934-4684-8E7C-277159AB7C83}" presName="hierChild3" presStyleCnt="0"/>
      <dgm:spPr/>
    </dgm:pt>
  </dgm:ptLst>
  <dgm:cxnLst>
    <dgm:cxn modelId="{AAA5F901-555C-2344-9C0C-7086AB05CEF8}" type="presOf" srcId="{BECB15E2-781A-4DEE-B496-61CF620EF7A3}" destId="{3560C870-81AF-4B41-9DB9-FF4C8B99B2A4}" srcOrd="0" destOrd="0" presId="urn:microsoft.com/office/officeart/2005/8/layout/hierarchy1"/>
    <dgm:cxn modelId="{089ABF03-0BE7-D347-AA54-26D7001FC389}" type="presOf" srcId="{85FFE978-2CAA-413F-B868-2CB3D6E1C06D}" destId="{19503BE4-F825-4596-9FB6-E4E968EC6C5A}" srcOrd="0" destOrd="0" presId="urn:microsoft.com/office/officeart/2005/8/layout/hierarchy1"/>
    <dgm:cxn modelId="{6916F212-9D35-4D63-B720-4B704285C2A8}" srcId="{85FFE978-2CAA-413F-B868-2CB3D6E1C06D}" destId="{B2E9F991-687C-47CB-9DB8-0423EA9DD9EF}" srcOrd="0" destOrd="0" parTransId="{BECB15E2-781A-4DEE-B496-61CF620EF7A3}" sibTransId="{8E0E9656-CB1E-4FE7-B7BA-63C29155B63C}"/>
    <dgm:cxn modelId="{180D036F-DA0A-48C6-AAB8-D47234817FDA}" srcId="{15D72776-54A1-4889-A48E-7596A4A90D4B}" destId="{85FFE978-2CAA-413F-B868-2CB3D6E1C06D}" srcOrd="0" destOrd="0" parTransId="{2D1A6321-5751-47A9-B101-3D9F42A9E1D6}" sibTransId="{00E6B7F4-5A79-4422-9B2B-F458F4CDE2B5}"/>
    <dgm:cxn modelId="{6DB3FD7B-E0CC-AE4F-BF69-C7E017F9C837}" type="presOf" srcId="{9E9D824E-076D-4242-9803-51AEAFF8506B}" destId="{3B5806E7-6D78-4F96-B8A1-1CC078F481EB}" srcOrd="0" destOrd="0" presId="urn:microsoft.com/office/officeart/2005/8/layout/hierarchy1"/>
    <dgm:cxn modelId="{5EF21D98-726F-1B4F-8D3B-F61CF3A0A67E}" type="presOf" srcId="{05998B69-3934-4684-8E7C-277159AB7C83}" destId="{22686A32-96DB-42B3-877B-FB0C4F259D77}" srcOrd="0" destOrd="0" presId="urn:microsoft.com/office/officeart/2005/8/layout/hierarchy1"/>
    <dgm:cxn modelId="{1B25879E-E968-46FB-99EE-EB342C594C0B}" srcId="{85FFE978-2CAA-413F-B868-2CB3D6E1C06D}" destId="{05998B69-3934-4684-8E7C-277159AB7C83}" srcOrd="1" destOrd="0" parTransId="{9E9D824E-076D-4242-9803-51AEAFF8506B}" sibTransId="{D388B6F3-6020-4FE5-9791-18A15A99F4D7}"/>
    <dgm:cxn modelId="{987B1AD4-0293-A14B-AA3D-46AD1FF7D255}" type="presOf" srcId="{B2E9F991-687C-47CB-9DB8-0423EA9DD9EF}" destId="{46825320-47ED-463F-933F-E1D3349F8B7E}" srcOrd="0" destOrd="0" presId="urn:microsoft.com/office/officeart/2005/8/layout/hierarchy1"/>
    <dgm:cxn modelId="{31A88BDE-119E-8A49-83A2-80492CF026BD}" type="presOf" srcId="{15D72776-54A1-4889-A48E-7596A4A90D4B}" destId="{DEF2AFBF-8700-4D27-B00A-5416CD07F9F9}" srcOrd="0" destOrd="0" presId="urn:microsoft.com/office/officeart/2005/8/layout/hierarchy1"/>
    <dgm:cxn modelId="{15CEBE6D-0CD6-1043-B504-0FCA79229F95}" type="presParOf" srcId="{DEF2AFBF-8700-4D27-B00A-5416CD07F9F9}" destId="{61D7CD9D-5BA3-4D4F-8012-33D3F5E0C7B3}" srcOrd="0" destOrd="0" presId="urn:microsoft.com/office/officeart/2005/8/layout/hierarchy1"/>
    <dgm:cxn modelId="{76BAFE88-4F87-3643-B4D3-C27F59298F31}" type="presParOf" srcId="{61D7CD9D-5BA3-4D4F-8012-33D3F5E0C7B3}" destId="{814F3673-55D9-4DC6-B4D5-51C29DC047E4}" srcOrd="0" destOrd="0" presId="urn:microsoft.com/office/officeart/2005/8/layout/hierarchy1"/>
    <dgm:cxn modelId="{F10FBE78-CE6F-994C-BCE6-A42644E547B2}" type="presParOf" srcId="{814F3673-55D9-4DC6-B4D5-51C29DC047E4}" destId="{DD84FC8E-F86F-4F5A-A026-F79738E1703B}" srcOrd="0" destOrd="0" presId="urn:microsoft.com/office/officeart/2005/8/layout/hierarchy1"/>
    <dgm:cxn modelId="{ECF36D68-BAC2-264B-A375-CF516FB56B34}" type="presParOf" srcId="{814F3673-55D9-4DC6-B4D5-51C29DC047E4}" destId="{19503BE4-F825-4596-9FB6-E4E968EC6C5A}" srcOrd="1" destOrd="0" presId="urn:microsoft.com/office/officeart/2005/8/layout/hierarchy1"/>
    <dgm:cxn modelId="{4B18F493-0A82-444B-835E-0AA2370C4E90}" type="presParOf" srcId="{61D7CD9D-5BA3-4D4F-8012-33D3F5E0C7B3}" destId="{91EBF011-E93E-484F-B509-969DFD0E4042}" srcOrd="1" destOrd="0" presId="urn:microsoft.com/office/officeart/2005/8/layout/hierarchy1"/>
    <dgm:cxn modelId="{D39C992D-FBC0-EF44-B7FF-FE01D5601961}" type="presParOf" srcId="{91EBF011-E93E-484F-B509-969DFD0E4042}" destId="{3560C870-81AF-4B41-9DB9-FF4C8B99B2A4}" srcOrd="0" destOrd="0" presId="urn:microsoft.com/office/officeart/2005/8/layout/hierarchy1"/>
    <dgm:cxn modelId="{28A7E8B1-EFA4-5B44-9ED5-1DBB107B9808}" type="presParOf" srcId="{91EBF011-E93E-484F-B509-969DFD0E4042}" destId="{7C763939-D121-4EFD-A43A-10C8C79AEB9A}" srcOrd="1" destOrd="0" presId="urn:microsoft.com/office/officeart/2005/8/layout/hierarchy1"/>
    <dgm:cxn modelId="{C6B76D1D-61B1-1842-8F9A-980E075688D3}" type="presParOf" srcId="{7C763939-D121-4EFD-A43A-10C8C79AEB9A}" destId="{8B22B10A-6C56-4967-8372-9BB302457FA9}" srcOrd="0" destOrd="0" presId="urn:microsoft.com/office/officeart/2005/8/layout/hierarchy1"/>
    <dgm:cxn modelId="{BE2C2F27-F413-304A-B6DF-17679390A5B1}" type="presParOf" srcId="{8B22B10A-6C56-4967-8372-9BB302457FA9}" destId="{055BE6A8-3E11-49F6-BCA0-02F9C98EDF29}" srcOrd="0" destOrd="0" presId="urn:microsoft.com/office/officeart/2005/8/layout/hierarchy1"/>
    <dgm:cxn modelId="{2B306B7D-52EA-834A-838B-F23C7A91F40C}" type="presParOf" srcId="{8B22B10A-6C56-4967-8372-9BB302457FA9}" destId="{46825320-47ED-463F-933F-E1D3349F8B7E}" srcOrd="1" destOrd="0" presId="urn:microsoft.com/office/officeart/2005/8/layout/hierarchy1"/>
    <dgm:cxn modelId="{3DE3D31F-8F7D-6E41-8C85-5D720E668E07}" type="presParOf" srcId="{7C763939-D121-4EFD-A43A-10C8C79AEB9A}" destId="{73681486-5166-40A9-A2D5-FC78E17B2D43}" srcOrd="1" destOrd="0" presId="urn:microsoft.com/office/officeart/2005/8/layout/hierarchy1"/>
    <dgm:cxn modelId="{10F4582D-2D28-8742-A0C1-447D79475B82}" type="presParOf" srcId="{91EBF011-E93E-484F-B509-969DFD0E4042}" destId="{3B5806E7-6D78-4F96-B8A1-1CC078F481EB}" srcOrd="2" destOrd="0" presId="urn:microsoft.com/office/officeart/2005/8/layout/hierarchy1"/>
    <dgm:cxn modelId="{35E4E771-8008-CD44-A925-C9C23D8D516A}" type="presParOf" srcId="{91EBF011-E93E-484F-B509-969DFD0E4042}" destId="{DDF238F9-2025-40AB-8053-01E2BB2F3671}" srcOrd="3" destOrd="0" presId="urn:microsoft.com/office/officeart/2005/8/layout/hierarchy1"/>
    <dgm:cxn modelId="{B09D92C2-EDB9-DD46-B384-F0C5CA2E3643}" type="presParOf" srcId="{DDF238F9-2025-40AB-8053-01E2BB2F3671}" destId="{330210A0-8A15-4EEF-BAEA-0C788871ABCC}" srcOrd="0" destOrd="0" presId="urn:microsoft.com/office/officeart/2005/8/layout/hierarchy1"/>
    <dgm:cxn modelId="{A6894DD6-1C3F-3940-8514-2EA0BDA819FC}" type="presParOf" srcId="{330210A0-8A15-4EEF-BAEA-0C788871ABCC}" destId="{645EDD2A-E589-4B9F-A3A5-4344C5695092}" srcOrd="0" destOrd="0" presId="urn:microsoft.com/office/officeart/2005/8/layout/hierarchy1"/>
    <dgm:cxn modelId="{4C0B78FE-0F08-324C-B64D-3696A84CDFA5}" type="presParOf" srcId="{330210A0-8A15-4EEF-BAEA-0C788871ABCC}" destId="{22686A32-96DB-42B3-877B-FB0C4F259D77}" srcOrd="1" destOrd="0" presId="urn:microsoft.com/office/officeart/2005/8/layout/hierarchy1"/>
    <dgm:cxn modelId="{49AAAAB0-25BF-AA46-8471-4911FD4CF6C6}" type="presParOf" srcId="{DDF238F9-2025-40AB-8053-01E2BB2F3671}" destId="{10DA5D1F-B7F9-4175-ADA0-910007F3B97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320AF0-9A59-452C-A2A4-5C66CDCAF1C9}" type="doc">
      <dgm:prSet loTypeId="urn:microsoft.com/office/officeart/2005/8/layout/chevron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ru-RU"/>
        </a:p>
      </dgm:t>
    </dgm:pt>
    <dgm:pt modelId="{559D8589-FDB3-42D4-9FC5-5E6F6CAFCD5F}">
      <dgm:prSet/>
      <dgm:spPr/>
      <dgm:t>
        <a:bodyPr/>
        <a:lstStyle/>
        <a:p>
          <a:pPr rtl="0"/>
          <a:r>
            <a:rPr lang="ru-RU" dirty="0"/>
            <a:t>1</a:t>
          </a:r>
        </a:p>
      </dgm:t>
    </dgm:pt>
    <dgm:pt modelId="{B23FA80D-8F8C-48B9-931A-6914D88858D1}" type="parTrans" cxnId="{D28D43F2-0E0C-4C56-A2A7-136511843E3D}">
      <dgm:prSet/>
      <dgm:spPr/>
      <dgm:t>
        <a:bodyPr/>
        <a:lstStyle/>
        <a:p>
          <a:endParaRPr lang="ru-RU"/>
        </a:p>
      </dgm:t>
    </dgm:pt>
    <dgm:pt modelId="{A7EFD717-33F0-47CE-A204-D35D0CD2B2E0}" type="sibTrans" cxnId="{D28D43F2-0E0C-4C56-A2A7-136511843E3D}">
      <dgm:prSet/>
      <dgm:spPr/>
      <dgm:t>
        <a:bodyPr/>
        <a:lstStyle/>
        <a:p>
          <a:endParaRPr lang="ru-RU"/>
        </a:p>
      </dgm:t>
    </dgm:pt>
    <dgm:pt modelId="{96F553EC-9092-4C29-B430-836832A7FF47}">
      <dgm:prSet/>
      <dgm:spPr/>
      <dgm:t>
        <a:bodyPr/>
        <a:lstStyle/>
        <a:p>
          <a:pPr rtl="0"/>
          <a:r>
            <a:rPr lang="ru-RU" dirty="0"/>
            <a:t>2</a:t>
          </a:r>
        </a:p>
      </dgm:t>
    </dgm:pt>
    <dgm:pt modelId="{D198A794-336C-4606-8A1E-E429CF6997FE}" type="parTrans" cxnId="{D98C6448-B395-47B0-A4F4-CA9D8A8BAACE}">
      <dgm:prSet/>
      <dgm:spPr/>
      <dgm:t>
        <a:bodyPr/>
        <a:lstStyle/>
        <a:p>
          <a:endParaRPr lang="ru-RU"/>
        </a:p>
      </dgm:t>
    </dgm:pt>
    <dgm:pt modelId="{451F17E9-0955-4BE2-B6E1-89821CBD15E1}" type="sibTrans" cxnId="{D98C6448-B395-47B0-A4F4-CA9D8A8BAACE}">
      <dgm:prSet/>
      <dgm:spPr/>
      <dgm:t>
        <a:bodyPr/>
        <a:lstStyle/>
        <a:p>
          <a:endParaRPr lang="ru-RU"/>
        </a:p>
      </dgm:t>
    </dgm:pt>
    <dgm:pt modelId="{434E5D5E-E8B7-4409-9157-728FE04F2962}">
      <dgm:prSet/>
      <dgm:spPr/>
      <dgm:t>
        <a:bodyPr/>
        <a:lstStyle/>
        <a:p>
          <a:pPr rtl="0"/>
          <a:r>
            <a:rPr lang="ru-RU" dirty="0"/>
            <a:t>3</a:t>
          </a:r>
        </a:p>
      </dgm:t>
    </dgm:pt>
    <dgm:pt modelId="{28E2811E-0C7F-4AB0-8B56-35186D4F5149}" type="parTrans" cxnId="{FC2DE9C5-BC4D-4B6A-AEBC-867BF316D207}">
      <dgm:prSet/>
      <dgm:spPr/>
      <dgm:t>
        <a:bodyPr/>
        <a:lstStyle/>
        <a:p>
          <a:endParaRPr lang="ru-RU"/>
        </a:p>
      </dgm:t>
    </dgm:pt>
    <dgm:pt modelId="{39C40D62-C4D1-48BC-9B96-0A783A876551}" type="sibTrans" cxnId="{FC2DE9C5-BC4D-4B6A-AEBC-867BF316D207}">
      <dgm:prSet/>
      <dgm:spPr/>
      <dgm:t>
        <a:bodyPr/>
        <a:lstStyle/>
        <a:p>
          <a:endParaRPr lang="ru-RU"/>
        </a:p>
      </dgm:t>
    </dgm:pt>
    <dgm:pt modelId="{4BD8F7CA-7701-43CD-B55F-A415893C79EE}">
      <dgm:prSet/>
      <dgm:spPr/>
      <dgm:t>
        <a:bodyPr/>
        <a:lstStyle/>
        <a:p>
          <a:pPr rtl="0"/>
          <a:r>
            <a:rPr lang="ru-RU" dirty="0"/>
            <a:t>загрузка контекста  потока, выбранного в результате планирования</a:t>
          </a:r>
        </a:p>
      </dgm:t>
    </dgm:pt>
    <dgm:pt modelId="{6445A6A1-7D45-4FBA-B690-43A90F1CFFBD}" type="parTrans" cxnId="{93BC83C5-BE50-4D24-A4CF-A9402A1B6B91}">
      <dgm:prSet/>
      <dgm:spPr/>
      <dgm:t>
        <a:bodyPr/>
        <a:lstStyle/>
        <a:p>
          <a:endParaRPr lang="ru-RU"/>
        </a:p>
      </dgm:t>
    </dgm:pt>
    <dgm:pt modelId="{EE750C64-924B-44DA-8968-E43B80D4E63C}" type="sibTrans" cxnId="{93BC83C5-BE50-4D24-A4CF-A9402A1B6B91}">
      <dgm:prSet/>
      <dgm:spPr/>
      <dgm:t>
        <a:bodyPr/>
        <a:lstStyle/>
        <a:p>
          <a:endParaRPr lang="ru-RU"/>
        </a:p>
      </dgm:t>
    </dgm:pt>
    <dgm:pt modelId="{3F5BB77B-8F52-402D-A6A3-BA68F67E00B0}">
      <dgm:prSet/>
      <dgm:spPr/>
      <dgm:t>
        <a:bodyPr/>
        <a:lstStyle/>
        <a:p>
          <a:pPr rtl="0"/>
          <a:r>
            <a:rPr lang="ru-RU" dirty="0"/>
            <a:t> сохранение контекста текущего потока</a:t>
          </a:r>
        </a:p>
      </dgm:t>
    </dgm:pt>
    <dgm:pt modelId="{D099AC5D-F75B-43DD-AB14-F01A3421BDDF}" type="sibTrans" cxnId="{DFBAFE54-F7CB-4FCD-9208-9194B5B2BFAE}">
      <dgm:prSet/>
      <dgm:spPr/>
      <dgm:t>
        <a:bodyPr/>
        <a:lstStyle/>
        <a:p>
          <a:endParaRPr lang="ru-RU"/>
        </a:p>
      </dgm:t>
    </dgm:pt>
    <dgm:pt modelId="{8FD0D6DD-93A8-434A-8A9A-7B7F3EC1579A}" type="parTrans" cxnId="{DFBAFE54-F7CB-4FCD-9208-9194B5B2BFAE}">
      <dgm:prSet/>
      <dgm:spPr/>
      <dgm:t>
        <a:bodyPr/>
        <a:lstStyle/>
        <a:p>
          <a:endParaRPr lang="ru-RU"/>
        </a:p>
      </dgm:t>
    </dgm:pt>
    <dgm:pt modelId="{DD4DA1B9-FAA4-4087-A1BF-1E5C9B9F4985}">
      <dgm:prSet/>
      <dgm:spPr/>
      <dgm:t>
        <a:bodyPr/>
        <a:lstStyle/>
        <a:p>
          <a:pPr rtl="0"/>
          <a:r>
            <a:rPr lang="ru-RU" dirty="0"/>
            <a:t> запуск нового потока на выполнение </a:t>
          </a:r>
        </a:p>
      </dgm:t>
    </dgm:pt>
    <dgm:pt modelId="{E11DC49B-2045-4074-B9AD-7DD5E6C9E0E2}" type="sibTrans" cxnId="{DAE284DA-A85C-46B9-845B-823A9B3FA33A}">
      <dgm:prSet/>
      <dgm:spPr/>
      <dgm:t>
        <a:bodyPr/>
        <a:lstStyle/>
        <a:p>
          <a:endParaRPr lang="ru-RU"/>
        </a:p>
      </dgm:t>
    </dgm:pt>
    <dgm:pt modelId="{885B662A-EB7A-41F4-9888-4F0A58594CEF}" type="parTrans" cxnId="{DAE284DA-A85C-46B9-845B-823A9B3FA33A}">
      <dgm:prSet/>
      <dgm:spPr/>
      <dgm:t>
        <a:bodyPr/>
        <a:lstStyle/>
        <a:p>
          <a:endParaRPr lang="ru-RU"/>
        </a:p>
      </dgm:t>
    </dgm:pt>
    <dgm:pt modelId="{26FC3E2E-78E0-4428-9DC4-467D4CF64F7B}" type="pres">
      <dgm:prSet presAssocID="{8F320AF0-9A59-452C-A2A4-5C66CDCAF1C9}" presName="linearFlow" presStyleCnt="0">
        <dgm:presLayoutVars>
          <dgm:dir/>
          <dgm:animLvl val="lvl"/>
          <dgm:resizeHandles val="exact"/>
        </dgm:presLayoutVars>
      </dgm:prSet>
      <dgm:spPr/>
    </dgm:pt>
    <dgm:pt modelId="{3230F882-B9CF-41B2-BAE6-54A5769F46CC}" type="pres">
      <dgm:prSet presAssocID="{559D8589-FDB3-42D4-9FC5-5E6F6CAFCD5F}" presName="composite" presStyleCnt="0"/>
      <dgm:spPr/>
    </dgm:pt>
    <dgm:pt modelId="{94AF092A-1F94-4AF8-B571-5E7A34568186}" type="pres">
      <dgm:prSet presAssocID="{559D8589-FDB3-42D4-9FC5-5E6F6CAFCD5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9AC07D6-46F4-4A60-B359-B78A186FE4D1}" type="pres">
      <dgm:prSet presAssocID="{559D8589-FDB3-42D4-9FC5-5E6F6CAFCD5F}" presName="descendantText" presStyleLbl="alignAcc1" presStyleIdx="0" presStyleCnt="3">
        <dgm:presLayoutVars>
          <dgm:bulletEnabled val="1"/>
        </dgm:presLayoutVars>
      </dgm:prSet>
      <dgm:spPr/>
    </dgm:pt>
    <dgm:pt modelId="{D76092F0-36DD-4B82-9C01-50CDC3DD870D}" type="pres">
      <dgm:prSet presAssocID="{A7EFD717-33F0-47CE-A204-D35D0CD2B2E0}" presName="sp" presStyleCnt="0"/>
      <dgm:spPr/>
    </dgm:pt>
    <dgm:pt modelId="{3F1FB7B5-6ED9-4CBF-922D-0F06CF993C87}" type="pres">
      <dgm:prSet presAssocID="{96F553EC-9092-4C29-B430-836832A7FF47}" presName="composite" presStyleCnt="0"/>
      <dgm:spPr/>
    </dgm:pt>
    <dgm:pt modelId="{7F3A0F29-245B-4D2C-95B3-E30BBDF33498}" type="pres">
      <dgm:prSet presAssocID="{96F553EC-9092-4C29-B430-836832A7FF4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C754910-2A40-42DC-BC22-1E9BAA2861D4}" type="pres">
      <dgm:prSet presAssocID="{96F553EC-9092-4C29-B430-836832A7FF47}" presName="descendantText" presStyleLbl="alignAcc1" presStyleIdx="1" presStyleCnt="3">
        <dgm:presLayoutVars>
          <dgm:bulletEnabled val="1"/>
        </dgm:presLayoutVars>
      </dgm:prSet>
      <dgm:spPr/>
    </dgm:pt>
    <dgm:pt modelId="{D7F5CAB3-1F37-4FC9-8A61-DE71372090A3}" type="pres">
      <dgm:prSet presAssocID="{451F17E9-0955-4BE2-B6E1-89821CBD15E1}" presName="sp" presStyleCnt="0"/>
      <dgm:spPr/>
    </dgm:pt>
    <dgm:pt modelId="{63F8FA8C-C512-48F4-8B41-4A4484B9E5F8}" type="pres">
      <dgm:prSet presAssocID="{434E5D5E-E8B7-4409-9157-728FE04F2962}" presName="composite" presStyleCnt="0"/>
      <dgm:spPr/>
    </dgm:pt>
    <dgm:pt modelId="{5A512AD6-E371-4356-9CDA-0EE4958598F6}" type="pres">
      <dgm:prSet presAssocID="{434E5D5E-E8B7-4409-9157-728FE04F2962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1AF0A44-B682-4F57-9701-2A0181EDAFF0}" type="pres">
      <dgm:prSet presAssocID="{434E5D5E-E8B7-4409-9157-728FE04F2962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5ACEC14-4F10-4091-B8AD-48B18C572BD3}" type="presOf" srcId="{DD4DA1B9-FAA4-4087-A1BF-1E5C9B9F4985}" destId="{E1AF0A44-B682-4F57-9701-2A0181EDAFF0}" srcOrd="0" destOrd="0" presId="urn:microsoft.com/office/officeart/2005/8/layout/chevron2"/>
    <dgm:cxn modelId="{EDE5391C-E0D8-4866-845E-332D18762788}" type="presOf" srcId="{4BD8F7CA-7701-43CD-B55F-A415893C79EE}" destId="{4C754910-2A40-42DC-BC22-1E9BAA2861D4}" srcOrd="0" destOrd="0" presId="urn:microsoft.com/office/officeart/2005/8/layout/chevron2"/>
    <dgm:cxn modelId="{9D5D3B2F-A695-4793-86A8-E7FE80D1F48D}" type="presOf" srcId="{8F320AF0-9A59-452C-A2A4-5C66CDCAF1C9}" destId="{26FC3E2E-78E0-4428-9DC4-467D4CF64F7B}" srcOrd="0" destOrd="0" presId="urn:microsoft.com/office/officeart/2005/8/layout/chevron2"/>
    <dgm:cxn modelId="{D98C6448-B395-47B0-A4F4-CA9D8A8BAACE}" srcId="{8F320AF0-9A59-452C-A2A4-5C66CDCAF1C9}" destId="{96F553EC-9092-4C29-B430-836832A7FF47}" srcOrd="1" destOrd="0" parTransId="{D198A794-336C-4606-8A1E-E429CF6997FE}" sibTransId="{451F17E9-0955-4BE2-B6E1-89821CBD15E1}"/>
    <dgm:cxn modelId="{DFBAFE54-F7CB-4FCD-9208-9194B5B2BFAE}" srcId="{559D8589-FDB3-42D4-9FC5-5E6F6CAFCD5F}" destId="{3F5BB77B-8F52-402D-A6A3-BA68F67E00B0}" srcOrd="0" destOrd="0" parTransId="{8FD0D6DD-93A8-434A-8A9A-7B7F3EC1579A}" sibTransId="{D099AC5D-F75B-43DD-AB14-F01A3421BDDF}"/>
    <dgm:cxn modelId="{5E3A1E89-1BEF-46E2-BEA6-C20B6637CD4B}" type="presOf" srcId="{559D8589-FDB3-42D4-9FC5-5E6F6CAFCD5F}" destId="{94AF092A-1F94-4AF8-B571-5E7A34568186}" srcOrd="0" destOrd="0" presId="urn:microsoft.com/office/officeart/2005/8/layout/chevron2"/>
    <dgm:cxn modelId="{B8900B9B-F705-4F55-B77F-6909C3DF23FC}" type="presOf" srcId="{96F553EC-9092-4C29-B430-836832A7FF47}" destId="{7F3A0F29-245B-4D2C-95B3-E30BBDF33498}" srcOrd="0" destOrd="0" presId="urn:microsoft.com/office/officeart/2005/8/layout/chevron2"/>
    <dgm:cxn modelId="{93BC83C5-BE50-4D24-A4CF-A9402A1B6B91}" srcId="{96F553EC-9092-4C29-B430-836832A7FF47}" destId="{4BD8F7CA-7701-43CD-B55F-A415893C79EE}" srcOrd="0" destOrd="0" parTransId="{6445A6A1-7D45-4FBA-B690-43A90F1CFFBD}" sibTransId="{EE750C64-924B-44DA-8968-E43B80D4E63C}"/>
    <dgm:cxn modelId="{FC2DE9C5-BC4D-4B6A-AEBC-867BF316D207}" srcId="{8F320AF0-9A59-452C-A2A4-5C66CDCAF1C9}" destId="{434E5D5E-E8B7-4409-9157-728FE04F2962}" srcOrd="2" destOrd="0" parTransId="{28E2811E-0C7F-4AB0-8B56-35186D4F5149}" sibTransId="{39C40D62-C4D1-48BC-9B96-0A783A876551}"/>
    <dgm:cxn modelId="{DAE284DA-A85C-46B9-845B-823A9B3FA33A}" srcId="{434E5D5E-E8B7-4409-9157-728FE04F2962}" destId="{DD4DA1B9-FAA4-4087-A1BF-1E5C9B9F4985}" srcOrd="0" destOrd="0" parTransId="{885B662A-EB7A-41F4-9888-4F0A58594CEF}" sibTransId="{E11DC49B-2045-4074-B9AD-7DD5E6C9E0E2}"/>
    <dgm:cxn modelId="{AF32B6E4-6259-4270-A57E-F6DBC4167720}" type="presOf" srcId="{3F5BB77B-8F52-402D-A6A3-BA68F67E00B0}" destId="{49AC07D6-46F4-4A60-B359-B78A186FE4D1}" srcOrd="0" destOrd="0" presId="urn:microsoft.com/office/officeart/2005/8/layout/chevron2"/>
    <dgm:cxn modelId="{0A5F82E6-A5B4-4B93-BF66-00DCFA5B56B9}" type="presOf" srcId="{434E5D5E-E8B7-4409-9157-728FE04F2962}" destId="{5A512AD6-E371-4356-9CDA-0EE4958598F6}" srcOrd="0" destOrd="0" presId="urn:microsoft.com/office/officeart/2005/8/layout/chevron2"/>
    <dgm:cxn modelId="{D28D43F2-0E0C-4C56-A2A7-136511843E3D}" srcId="{8F320AF0-9A59-452C-A2A4-5C66CDCAF1C9}" destId="{559D8589-FDB3-42D4-9FC5-5E6F6CAFCD5F}" srcOrd="0" destOrd="0" parTransId="{B23FA80D-8F8C-48B9-931A-6914D88858D1}" sibTransId="{A7EFD717-33F0-47CE-A204-D35D0CD2B2E0}"/>
    <dgm:cxn modelId="{EF4DBEB6-1E7B-43AA-9A72-6B06F52E25B8}" type="presParOf" srcId="{26FC3E2E-78E0-4428-9DC4-467D4CF64F7B}" destId="{3230F882-B9CF-41B2-BAE6-54A5769F46CC}" srcOrd="0" destOrd="0" presId="urn:microsoft.com/office/officeart/2005/8/layout/chevron2"/>
    <dgm:cxn modelId="{82A4CD18-3478-4ED3-BCF0-2798D5614965}" type="presParOf" srcId="{3230F882-B9CF-41B2-BAE6-54A5769F46CC}" destId="{94AF092A-1F94-4AF8-B571-5E7A34568186}" srcOrd="0" destOrd="0" presId="urn:microsoft.com/office/officeart/2005/8/layout/chevron2"/>
    <dgm:cxn modelId="{65E901CD-7B09-404A-8601-D8DA717ABD2E}" type="presParOf" srcId="{3230F882-B9CF-41B2-BAE6-54A5769F46CC}" destId="{49AC07D6-46F4-4A60-B359-B78A186FE4D1}" srcOrd="1" destOrd="0" presId="urn:microsoft.com/office/officeart/2005/8/layout/chevron2"/>
    <dgm:cxn modelId="{8A1719D7-656C-4422-AE37-EB6B4A62C53A}" type="presParOf" srcId="{26FC3E2E-78E0-4428-9DC4-467D4CF64F7B}" destId="{D76092F0-36DD-4B82-9C01-50CDC3DD870D}" srcOrd="1" destOrd="0" presId="urn:microsoft.com/office/officeart/2005/8/layout/chevron2"/>
    <dgm:cxn modelId="{24E81E40-181F-48CF-A4C7-C1F65FEE4FB5}" type="presParOf" srcId="{26FC3E2E-78E0-4428-9DC4-467D4CF64F7B}" destId="{3F1FB7B5-6ED9-4CBF-922D-0F06CF993C87}" srcOrd="2" destOrd="0" presId="urn:microsoft.com/office/officeart/2005/8/layout/chevron2"/>
    <dgm:cxn modelId="{103DD651-3158-4A87-B4CE-4D4B229FD5C5}" type="presParOf" srcId="{3F1FB7B5-6ED9-4CBF-922D-0F06CF993C87}" destId="{7F3A0F29-245B-4D2C-95B3-E30BBDF33498}" srcOrd="0" destOrd="0" presId="urn:microsoft.com/office/officeart/2005/8/layout/chevron2"/>
    <dgm:cxn modelId="{3898359E-4AC6-4985-A120-7FCA375B4BD4}" type="presParOf" srcId="{3F1FB7B5-6ED9-4CBF-922D-0F06CF993C87}" destId="{4C754910-2A40-42DC-BC22-1E9BAA2861D4}" srcOrd="1" destOrd="0" presId="urn:microsoft.com/office/officeart/2005/8/layout/chevron2"/>
    <dgm:cxn modelId="{DF4F4B94-F3C9-4D35-A1CC-C4FDC38D20BE}" type="presParOf" srcId="{26FC3E2E-78E0-4428-9DC4-467D4CF64F7B}" destId="{D7F5CAB3-1F37-4FC9-8A61-DE71372090A3}" srcOrd="3" destOrd="0" presId="urn:microsoft.com/office/officeart/2005/8/layout/chevron2"/>
    <dgm:cxn modelId="{FD636788-7C1B-4781-B2F4-603410125F8F}" type="presParOf" srcId="{26FC3E2E-78E0-4428-9DC4-467D4CF64F7B}" destId="{63F8FA8C-C512-48F4-8B41-4A4484B9E5F8}" srcOrd="4" destOrd="0" presId="urn:microsoft.com/office/officeart/2005/8/layout/chevron2"/>
    <dgm:cxn modelId="{B07E48BF-25B3-447B-9E40-EE2B64652B0A}" type="presParOf" srcId="{63F8FA8C-C512-48F4-8B41-4A4484B9E5F8}" destId="{5A512AD6-E371-4356-9CDA-0EE4958598F6}" srcOrd="0" destOrd="0" presId="urn:microsoft.com/office/officeart/2005/8/layout/chevron2"/>
    <dgm:cxn modelId="{A4731A40-B64A-468B-89BB-C19D9134AF44}" type="presParOf" srcId="{63F8FA8C-C512-48F4-8B41-4A4484B9E5F8}" destId="{E1AF0A44-B682-4F57-9701-2A0181EDAFF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13EDB1A-D7E9-4972-84EE-5A859E80F14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A15CA61-20EA-42C4-90D1-D338D555C31A}">
      <dgm:prSet custT="1"/>
      <dgm:spPr/>
      <dgm:t>
        <a:bodyPr/>
        <a:lstStyle/>
        <a:p>
          <a:pPr rtl="0"/>
          <a:r>
            <a:rPr lang="ru-RU" sz="2400" dirty="0">
              <a:solidFill>
                <a:srgbClr val="FF0000"/>
              </a:solidFill>
            </a:rPr>
            <a:t>Алгоритмы планирования </a:t>
          </a:r>
        </a:p>
      </dgm:t>
    </dgm:pt>
    <dgm:pt modelId="{8E788CBF-74E0-48C2-AADA-1F5C4D72B0E1}" type="parTrans" cxnId="{C013B355-CB5B-4EFD-B743-CFA2C1B496DA}">
      <dgm:prSet/>
      <dgm:spPr/>
      <dgm:t>
        <a:bodyPr/>
        <a:lstStyle/>
        <a:p>
          <a:endParaRPr lang="ru-RU"/>
        </a:p>
      </dgm:t>
    </dgm:pt>
    <dgm:pt modelId="{D13DC8FC-2CA3-424E-A87C-36027E12D871}" type="sibTrans" cxnId="{C013B355-CB5B-4EFD-B743-CFA2C1B496DA}">
      <dgm:prSet/>
      <dgm:spPr/>
      <dgm:t>
        <a:bodyPr/>
        <a:lstStyle/>
        <a:p>
          <a:endParaRPr lang="ru-RU"/>
        </a:p>
      </dgm:t>
    </dgm:pt>
    <dgm:pt modelId="{5941460A-796A-4591-A9D0-A2755BADAA39}">
      <dgm:prSet custT="1"/>
      <dgm:spPr/>
      <dgm:t>
        <a:bodyPr/>
        <a:lstStyle/>
        <a:p>
          <a:pPr rtl="0"/>
          <a:r>
            <a:rPr lang="ru-RU" sz="2000" dirty="0" err="1">
              <a:solidFill>
                <a:srgbClr val="FF0000"/>
              </a:solidFill>
            </a:rPr>
            <a:t>невытесняющие</a:t>
          </a:r>
          <a:r>
            <a:rPr lang="ru-RU" sz="2000" dirty="0">
              <a:solidFill>
                <a:srgbClr val="FF0000"/>
              </a:solidFill>
            </a:rPr>
            <a:t> </a:t>
          </a:r>
        </a:p>
        <a:p>
          <a:pPr rtl="0"/>
          <a:r>
            <a:rPr lang="ru-RU" sz="1300" dirty="0"/>
            <a:t> активный поток выполняется до тех пор, пока он сам, по собственной инициативе, не отдаст управление  ОС  для того, чтобы та выбрала из очереди другой готовый к выполнению поток</a:t>
          </a:r>
        </a:p>
      </dgm:t>
    </dgm:pt>
    <dgm:pt modelId="{D7A625F3-AB30-456A-82E3-9BC1783A8B60}" type="parTrans" cxnId="{4DBCFC8F-D5B4-45FE-A721-FE7167F38A2B}">
      <dgm:prSet/>
      <dgm:spPr/>
      <dgm:t>
        <a:bodyPr/>
        <a:lstStyle/>
        <a:p>
          <a:endParaRPr lang="ru-RU" dirty="0"/>
        </a:p>
      </dgm:t>
    </dgm:pt>
    <dgm:pt modelId="{043A5AEB-CDD0-44DE-867A-18BA1C245E61}" type="sibTrans" cxnId="{4DBCFC8F-D5B4-45FE-A721-FE7167F38A2B}">
      <dgm:prSet/>
      <dgm:spPr/>
      <dgm:t>
        <a:bodyPr/>
        <a:lstStyle/>
        <a:p>
          <a:endParaRPr lang="ru-RU"/>
        </a:p>
      </dgm:t>
    </dgm:pt>
    <dgm:pt modelId="{8E2DD66F-53D7-4C0F-84C4-8BAC715A4FB7}">
      <dgm:prSet custT="1"/>
      <dgm:spPr/>
      <dgm:t>
        <a:bodyPr/>
        <a:lstStyle/>
        <a:p>
          <a:pPr rtl="0"/>
          <a:r>
            <a:rPr lang="ru-RU" sz="2000" dirty="0">
              <a:solidFill>
                <a:srgbClr val="FF0000"/>
              </a:solidFill>
            </a:rPr>
            <a:t>вытесняющие </a:t>
          </a:r>
        </a:p>
        <a:p>
          <a:pPr rtl="0"/>
          <a:r>
            <a:rPr lang="ru-RU" sz="1500" dirty="0"/>
            <a:t> решение о переключении процессора с выполнения одного потока на выполнение другого потока принимается ОС, а не активной задачей</a:t>
          </a:r>
        </a:p>
      </dgm:t>
    </dgm:pt>
    <dgm:pt modelId="{29C3B157-C8A8-4F36-9A1B-341019E060AF}" type="parTrans" cxnId="{1C605AD0-A2EC-476D-8DCB-21A4DC73E580}">
      <dgm:prSet/>
      <dgm:spPr/>
      <dgm:t>
        <a:bodyPr/>
        <a:lstStyle/>
        <a:p>
          <a:endParaRPr lang="ru-RU" dirty="0"/>
        </a:p>
      </dgm:t>
    </dgm:pt>
    <dgm:pt modelId="{51EA9F30-B785-42FE-A218-597AC124A708}" type="sibTrans" cxnId="{1C605AD0-A2EC-476D-8DCB-21A4DC73E580}">
      <dgm:prSet/>
      <dgm:spPr/>
      <dgm:t>
        <a:bodyPr/>
        <a:lstStyle/>
        <a:p>
          <a:endParaRPr lang="ru-RU"/>
        </a:p>
      </dgm:t>
    </dgm:pt>
    <dgm:pt modelId="{5A147884-CC9C-48D2-9582-B0B29163F018}" type="pres">
      <dgm:prSet presAssocID="{813EDB1A-D7E9-4972-84EE-5A859E80F14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28F903-90BA-4F40-B55C-33A9FBCA3018}" type="pres">
      <dgm:prSet presAssocID="{9A15CA61-20EA-42C4-90D1-D338D555C31A}" presName="hierRoot1" presStyleCnt="0"/>
      <dgm:spPr/>
    </dgm:pt>
    <dgm:pt modelId="{1703275B-AA49-4B51-9B1E-303184CC28C7}" type="pres">
      <dgm:prSet presAssocID="{9A15CA61-20EA-42C4-90D1-D338D555C31A}" presName="composite" presStyleCnt="0"/>
      <dgm:spPr/>
    </dgm:pt>
    <dgm:pt modelId="{CB977952-B8A1-4310-A6C9-AEB074B34FE4}" type="pres">
      <dgm:prSet presAssocID="{9A15CA61-20EA-42C4-90D1-D338D555C31A}" presName="background" presStyleLbl="node0" presStyleIdx="0" presStyleCnt="1"/>
      <dgm:spPr/>
    </dgm:pt>
    <dgm:pt modelId="{29645D51-4095-437A-8689-E6A8CFAC631C}" type="pres">
      <dgm:prSet presAssocID="{9A15CA61-20EA-42C4-90D1-D338D555C31A}" presName="text" presStyleLbl="fgAcc0" presStyleIdx="0" presStyleCnt="1" custScaleX="156337" custScaleY="43981">
        <dgm:presLayoutVars>
          <dgm:chPref val="3"/>
        </dgm:presLayoutVars>
      </dgm:prSet>
      <dgm:spPr/>
    </dgm:pt>
    <dgm:pt modelId="{7B2D89B7-4067-444A-A8AB-809AB2D5E18D}" type="pres">
      <dgm:prSet presAssocID="{9A15CA61-20EA-42C4-90D1-D338D555C31A}" presName="hierChild2" presStyleCnt="0"/>
      <dgm:spPr/>
    </dgm:pt>
    <dgm:pt modelId="{5CAD9092-C2E8-445F-BD90-E8120AAADD78}" type="pres">
      <dgm:prSet presAssocID="{D7A625F3-AB30-456A-82E3-9BC1783A8B60}" presName="Name10" presStyleLbl="parChTrans1D2" presStyleIdx="0" presStyleCnt="2"/>
      <dgm:spPr/>
    </dgm:pt>
    <dgm:pt modelId="{F92E9A80-65BF-4621-8AD6-C5E63760E3C6}" type="pres">
      <dgm:prSet presAssocID="{5941460A-796A-4591-A9D0-A2755BADAA39}" presName="hierRoot2" presStyleCnt="0"/>
      <dgm:spPr/>
    </dgm:pt>
    <dgm:pt modelId="{EDDC2C7D-2D62-433B-88E4-FE1066775CA6}" type="pres">
      <dgm:prSet presAssocID="{5941460A-796A-4591-A9D0-A2755BADAA39}" presName="composite2" presStyleCnt="0"/>
      <dgm:spPr/>
    </dgm:pt>
    <dgm:pt modelId="{6A794257-0E13-4073-BE26-1FDB33129801}" type="pres">
      <dgm:prSet presAssocID="{5941460A-796A-4591-A9D0-A2755BADAA39}" presName="background2" presStyleLbl="node2" presStyleIdx="0" presStyleCnt="2"/>
      <dgm:spPr/>
    </dgm:pt>
    <dgm:pt modelId="{22F2FAEC-BA8D-4B1A-821F-B9F7986B0291}" type="pres">
      <dgm:prSet presAssocID="{5941460A-796A-4591-A9D0-A2755BADAA39}" presName="text2" presStyleLbl="fgAcc2" presStyleIdx="0" presStyleCnt="2">
        <dgm:presLayoutVars>
          <dgm:chPref val="3"/>
        </dgm:presLayoutVars>
      </dgm:prSet>
      <dgm:spPr/>
    </dgm:pt>
    <dgm:pt modelId="{19A6E5F7-CFE2-4578-B637-325F7F912FB5}" type="pres">
      <dgm:prSet presAssocID="{5941460A-796A-4591-A9D0-A2755BADAA39}" presName="hierChild3" presStyleCnt="0"/>
      <dgm:spPr/>
    </dgm:pt>
    <dgm:pt modelId="{E888B3D8-2E4F-408C-85B7-148BE492AC04}" type="pres">
      <dgm:prSet presAssocID="{29C3B157-C8A8-4F36-9A1B-341019E060AF}" presName="Name10" presStyleLbl="parChTrans1D2" presStyleIdx="1" presStyleCnt="2"/>
      <dgm:spPr/>
    </dgm:pt>
    <dgm:pt modelId="{4353E7F9-116A-4F8E-94D0-670E74DBC386}" type="pres">
      <dgm:prSet presAssocID="{8E2DD66F-53D7-4C0F-84C4-8BAC715A4FB7}" presName="hierRoot2" presStyleCnt="0"/>
      <dgm:spPr/>
    </dgm:pt>
    <dgm:pt modelId="{48AC3FBD-6FF1-47DF-9782-1D04DDD3CBE8}" type="pres">
      <dgm:prSet presAssocID="{8E2DD66F-53D7-4C0F-84C4-8BAC715A4FB7}" presName="composite2" presStyleCnt="0"/>
      <dgm:spPr/>
    </dgm:pt>
    <dgm:pt modelId="{90095C80-A579-41F7-A8F5-BC83B778A9CB}" type="pres">
      <dgm:prSet presAssocID="{8E2DD66F-53D7-4C0F-84C4-8BAC715A4FB7}" presName="background2" presStyleLbl="node2" presStyleIdx="1" presStyleCnt="2"/>
      <dgm:spPr/>
    </dgm:pt>
    <dgm:pt modelId="{26FD66E8-9529-4052-AE89-1946CE4F72CB}" type="pres">
      <dgm:prSet presAssocID="{8E2DD66F-53D7-4C0F-84C4-8BAC715A4FB7}" presName="text2" presStyleLbl="fgAcc2" presStyleIdx="1" presStyleCnt="2">
        <dgm:presLayoutVars>
          <dgm:chPref val="3"/>
        </dgm:presLayoutVars>
      </dgm:prSet>
      <dgm:spPr/>
    </dgm:pt>
    <dgm:pt modelId="{940FF8FB-8522-47AE-AE07-7609951EA43A}" type="pres">
      <dgm:prSet presAssocID="{8E2DD66F-53D7-4C0F-84C4-8BAC715A4FB7}" presName="hierChild3" presStyleCnt="0"/>
      <dgm:spPr/>
    </dgm:pt>
  </dgm:ptLst>
  <dgm:cxnLst>
    <dgm:cxn modelId="{A666B40D-07FA-4DDC-AE5B-3D02FA583167}" type="presOf" srcId="{9A15CA61-20EA-42C4-90D1-D338D555C31A}" destId="{29645D51-4095-437A-8689-E6A8CFAC631C}" srcOrd="0" destOrd="0" presId="urn:microsoft.com/office/officeart/2005/8/layout/hierarchy1"/>
    <dgm:cxn modelId="{C013B355-CB5B-4EFD-B743-CFA2C1B496DA}" srcId="{813EDB1A-D7E9-4972-84EE-5A859E80F143}" destId="{9A15CA61-20EA-42C4-90D1-D338D555C31A}" srcOrd="0" destOrd="0" parTransId="{8E788CBF-74E0-48C2-AADA-1F5C4D72B0E1}" sibTransId="{D13DC8FC-2CA3-424E-A87C-36027E12D871}"/>
    <dgm:cxn modelId="{FE2AF876-7E4E-4ACA-A08B-ABBD19C52500}" type="presOf" srcId="{813EDB1A-D7E9-4972-84EE-5A859E80F143}" destId="{5A147884-CC9C-48D2-9582-B0B29163F018}" srcOrd="0" destOrd="0" presId="urn:microsoft.com/office/officeart/2005/8/layout/hierarchy1"/>
    <dgm:cxn modelId="{4DBCFC8F-D5B4-45FE-A721-FE7167F38A2B}" srcId="{9A15CA61-20EA-42C4-90D1-D338D555C31A}" destId="{5941460A-796A-4591-A9D0-A2755BADAA39}" srcOrd="0" destOrd="0" parTransId="{D7A625F3-AB30-456A-82E3-9BC1783A8B60}" sibTransId="{043A5AEB-CDD0-44DE-867A-18BA1C245E61}"/>
    <dgm:cxn modelId="{55F280B6-A15F-4BBD-9CF7-5786F34E52EF}" type="presOf" srcId="{5941460A-796A-4591-A9D0-A2755BADAA39}" destId="{22F2FAEC-BA8D-4B1A-821F-B9F7986B0291}" srcOrd="0" destOrd="0" presId="urn:microsoft.com/office/officeart/2005/8/layout/hierarchy1"/>
    <dgm:cxn modelId="{1C605AD0-A2EC-476D-8DCB-21A4DC73E580}" srcId="{9A15CA61-20EA-42C4-90D1-D338D555C31A}" destId="{8E2DD66F-53D7-4C0F-84C4-8BAC715A4FB7}" srcOrd="1" destOrd="0" parTransId="{29C3B157-C8A8-4F36-9A1B-341019E060AF}" sibTransId="{51EA9F30-B785-42FE-A218-597AC124A708}"/>
    <dgm:cxn modelId="{F056BFEF-90AE-4D0B-BE51-CBFD6438AEC8}" type="presOf" srcId="{8E2DD66F-53D7-4C0F-84C4-8BAC715A4FB7}" destId="{26FD66E8-9529-4052-AE89-1946CE4F72CB}" srcOrd="0" destOrd="0" presId="urn:microsoft.com/office/officeart/2005/8/layout/hierarchy1"/>
    <dgm:cxn modelId="{96A71AF7-D005-41D5-8D3F-2E5942ACFEA3}" type="presOf" srcId="{D7A625F3-AB30-456A-82E3-9BC1783A8B60}" destId="{5CAD9092-C2E8-445F-BD90-E8120AAADD78}" srcOrd="0" destOrd="0" presId="urn:microsoft.com/office/officeart/2005/8/layout/hierarchy1"/>
    <dgm:cxn modelId="{485E16F9-732A-4865-A0FB-7EA9EE38E2DB}" type="presOf" srcId="{29C3B157-C8A8-4F36-9A1B-341019E060AF}" destId="{E888B3D8-2E4F-408C-85B7-148BE492AC04}" srcOrd="0" destOrd="0" presId="urn:microsoft.com/office/officeart/2005/8/layout/hierarchy1"/>
    <dgm:cxn modelId="{E3970FBC-7FEC-4DBA-9327-5659270A54E0}" type="presParOf" srcId="{5A147884-CC9C-48D2-9582-B0B29163F018}" destId="{6D28F903-90BA-4F40-B55C-33A9FBCA3018}" srcOrd="0" destOrd="0" presId="urn:microsoft.com/office/officeart/2005/8/layout/hierarchy1"/>
    <dgm:cxn modelId="{8EE84EEC-D8DC-4943-96BA-1E608237AB70}" type="presParOf" srcId="{6D28F903-90BA-4F40-B55C-33A9FBCA3018}" destId="{1703275B-AA49-4B51-9B1E-303184CC28C7}" srcOrd="0" destOrd="0" presId="urn:microsoft.com/office/officeart/2005/8/layout/hierarchy1"/>
    <dgm:cxn modelId="{46177913-A009-4B07-9FB4-44763BA2A185}" type="presParOf" srcId="{1703275B-AA49-4B51-9B1E-303184CC28C7}" destId="{CB977952-B8A1-4310-A6C9-AEB074B34FE4}" srcOrd="0" destOrd="0" presId="urn:microsoft.com/office/officeart/2005/8/layout/hierarchy1"/>
    <dgm:cxn modelId="{B07A9204-D8D7-4C1D-B49E-BC6879BF9555}" type="presParOf" srcId="{1703275B-AA49-4B51-9B1E-303184CC28C7}" destId="{29645D51-4095-437A-8689-E6A8CFAC631C}" srcOrd="1" destOrd="0" presId="urn:microsoft.com/office/officeart/2005/8/layout/hierarchy1"/>
    <dgm:cxn modelId="{615355CA-DFE2-4665-8D6E-52CCD57AD197}" type="presParOf" srcId="{6D28F903-90BA-4F40-B55C-33A9FBCA3018}" destId="{7B2D89B7-4067-444A-A8AB-809AB2D5E18D}" srcOrd="1" destOrd="0" presId="urn:microsoft.com/office/officeart/2005/8/layout/hierarchy1"/>
    <dgm:cxn modelId="{03F93679-A445-4899-B48C-92259066738C}" type="presParOf" srcId="{7B2D89B7-4067-444A-A8AB-809AB2D5E18D}" destId="{5CAD9092-C2E8-445F-BD90-E8120AAADD78}" srcOrd="0" destOrd="0" presId="urn:microsoft.com/office/officeart/2005/8/layout/hierarchy1"/>
    <dgm:cxn modelId="{41014CA8-AA0A-4072-ABAE-407B05057012}" type="presParOf" srcId="{7B2D89B7-4067-444A-A8AB-809AB2D5E18D}" destId="{F92E9A80-65BF-4621-8AD6-C5E63760E3C6}" srcOrd="1" destOrd="0" presId="urn:microsoft.com/office/officeart/2005/8/layout/hierarchy1"/>
    <dgm:cxn modelId="{48575593-019B-40B9-BA9A-A6D9ECA08079}" type="presParOf" srcId="{F92E9A80-65BF-4621-8AD6-C5E63760E3C6}" destId="{EDDC2C7D-2D62-433B-88E4-FE1066775CA6}" srcOrd="0" destOrd="0" presId="urn:microsoft.com/office/officeart/2005/8/layout/hierarchy1"/>
    <dgm:cxn modelId="{07EC2F3F-B112-499E-A18C-6B14EF5B31EE}" type="presParOf" srcId="{EDDC2C7D-2D62-433B-88E4-FE1066775CA6}" destId="{6A794257-0E13-4073-BE26-1FDB33129801}" srcOrd="0" destOrd="0" presId="urn:microsoft.com/office/officeart/2005/8/layout/hierarchy1"/>
    <dgm:cxn modelId="{C533E1EC-72CB-4314-92DC-20AC2592FEF4}" type="presParOf" srcId="{EDDC2C7D-2D62-433B-88E4-FE1066775CA6}" destId="{22F2FAEC-BA8D-4B1A-821F-B9F7986B0291}" srcOrd="1" destOrd="0" presId="urn:microsoft.com/office/officeart/2005/8/layout/hierarchy1"/>
    <dgm:cxn modelId="{423EF715-6E93-4DDB-A789-051537EF24A0}" type="presParOf" srcId="{F92E9A80-65BF-4621-8AD6-C5E63760E3C6}" destId="{19A6E5F7-CFE2-4578-B637-325F7F912FB5}" srcOrd="1" destOrd="0" presId="urn:microsoft.com/office/officeart/2005/8/layout/hierarchy1"/>
    <dgm:cxn modelId="{742C5CDA-23D4-4E31-B8F5-A6AFCDF9DB7B}" type="presParOf" srcId="{7B2D89B7-4067-444A-A8AB-809AB2D5E18D}" destId="{E888B3D8-2E4F-408C-85B7-148BE492AC04}" srcOrd="2" destOrd="0" presId="urn:microsoft.com/office/officeart/2005/8/layout/hierarchy1"/>
    <dgm:cxn modelId="{C5EFF91F-2A68-456E-997A-9DD63BEA7C1C}" type="presParOf" srcId="{7B2D89B7-4067-444A-A8AB-809AB2D5E18D}" destId="{4353E7F9-116A-4F8E-94D0-670E74DBC386}" srcOrd="3" destOrd="0" presId="urn:microsoft.com/office/officeart/2005/8/layout/hierarchy1"/>
    <dgm:cxn modelId="{AA428FB7-1BEF-425E-A013-F547273B3CC1}" type="presParOf" srcId="{4353E7F9-116A-4F8E-94D0-670E74DBC386}" destId="{48AC3FBD-6FF1-47DF-9782-1D04DDD3CBE8}" srcOrd="0" destOrd="0" presId="urn:microsoft.com/office/officeart/2005/8/layout/hierarchy1"/>
    <dgm:cxn modelId="{657AD75A-D5C0-4C06-A81E-30ED44947A50}" type="presParOf" srcId="{48AC3FBD-6FF1-47DF-9782-1D04DDD3CBE8}" destId="{90095C80-A579-41F7-A8F5-BC83B778A9CB}" srcOrd="0" destOrd="0" presId="urn:microsoft.com/office/officeart/2005/8/layout/hierarchy1"/>
    <dgm:cxn modelId="{99939E25-540B-4E37-8DBE-B9CA60C779CB}" type="presParOf" srcId="{48AC3FBD-6FF1-47DF-9782-1D04DDD3CBE8}" destId="{26FD66E8-9529-4052-AE89-1946CE4F72CB}" srcOrd="1" destOrd="0" presId="urn:microsoft.com/office/officeart/2005/8/layout/hierarchy1"/>
    <dgm:cxn modelId="{54083EC9-3CA5-4BE6-84A5-CC6CBDDC8396}" type="presParOf" srcId="{4353E7F9-116A-4F8E-94D0-670E74DBC386}" destId="{940FF8FB-8522-47AE-AE07-7609951EA4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CD07D7F-0464-264B-9169-3AC8DF18EB86}" type="doc">
      <dgm:prSet loTypeId="urn:microsoft.com/office/officeart/2005/8/layout/vList2" loCatId="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09BC76B3-959F-9044-B300-EDCA62DCF4AB}">
      <dgm:prSet/>
      <dgm:spPr/>
      <dgm:t>
        <a:bodyPr/>
        <a:lstStyle/>
        <a:p>
          <a:pPr rtl="0"/>
          <a:r>
            <a:rPr lang="ru-RU"/>
            <a:t>Квант – ограниченный непрерывный интервал процессорного времени, который поочередно предоставляется всем существующим в системе потокам.</a:t>
          </a:r>
        </a:p>
      </dgm:t>
    </dgm:pt>
    <dgm:pt modelId="{1A647FA7-6A43-8E49-96F5-D32820062E66}" type="parTrans" cxnId="{8D1EE57F-F8E0-5946-A3DB-4339E60A775F}">
      <dgm:prSet/>
      <dgm:spPr/>
      <dgm:t>
        <a:bodyPr/>
        <a:lstStyle/>
        <a:p>
          <a:endParaRPr lang="ru-RU"/>
        </a:p>
      </dgm:t>
    </dgm:pt>
    <dgm:pt modelId="{4B5E5337-DB00-A34B-953A-FABD5327FC12}" type="sibTrans" cxnId="{8D1EE57F-F8E0-5946-A3DB-4339E60A775F}">
      <dgm:prSet/>
      <dgm:spPr/>
      <dgm:t>
        <a:bodyPr/>
        <a:lstStyle/>
        <a:p>
          <a:endParaRPr lang="ru-RU"/>
        </a:p>
      </dgm:t>
    </dgm:pt>
    <dgm:pt modelId="{CE9B71AC-72BC-C349-A4B9-1637059BB0D6}" type="pres">
      <dgm:prSet presAssocID="{BCD07D7F-0464-264B-9169-3AC8DF18EB86}" presName="linear" presStyleCnt="0">
        <dgm:presLayoutVars>
          <dgm:animLvl val="lvl"/>
          <dgm:resizeHandles val="exact"/>
        </dgm:presLayoutVars>
      </dgm:prSet>
      <dgm:spPr/>
    </dgm:pt>
    <dgm:pt modelId="{6F0319BB-C86D-1044-971B-401BB9B5AD14}" type="pres">
      <dgm:prSet presAssocID="{09BC76B3-959F-9044-B300-EDCA62DCF4A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21AB148-E123-5444-AFEF-1B3E762EF241}" type="presOf" srcId="{09BC76B3-959F-9044-B300-EDCA62DCF4AB}" destId="{6F0319BB-C86D-1044-971B-401BB9B5AD14}" srcOrd="0" destOrd="0" presId="urn:microsoft.com/office/officeart/2005/8/layout/vList2"/>
    <dgm:cxn modelId="{8D1EE57F-F8E0-5946-A3DB-4339E60A775F}" srcId="{BCD07D7F-0464-264B-9169-3AC8DF18EB86}" destId="{09BC76B3-959F-9044-B300-EDCA62DCF4AB}" srcOrd="0" destOrd="0" parTransId="{1A647FA7-6A43-8E49-96F5-D32820062E66}" sibTransId="{4B5E5337-DB00-A34B-953A-FABD5327FC12}"/>
    <dgm:cxn modelId="{4A04048D-A5B7-624D-9342-6CE0B7AA9E93}" type="presOf" srcId="{BCD07D7F-0464-264B-9169-3AC8DF18EB86}" destId="{CE9B71AC-72BC-C349-A4B9-1637059BB0D6}" srcOrd="0" destOrd="0" presId="urn:microsoft.com/office/officeart/2005/8/layout/vList2"/>
    <dgm:cxn modelId="{2E67AE5F-13F7-9E40-9E5F-2698F070CA78}" type="presParOf" srcId="{CE9B71AC-72BC-C349-A4B9-1637059BB0D6}" destId="{6F0319BB-C86D-1044-971B-401BB9B5AD1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3DD7AFB-3699-2340-96F7-6F3AC11740FA}" type="doc">
      <dgm:prSet loTypeId="urn:microsoft.com/office/officeart/2005/8/layout/vList2" loCatId="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3A714163-2352-9F4C-BD35-6D63BB7C289A}">
      <dgm:prSet/>
      <dgm:spPr/>
      <dgm:t>
        <a:bodyPr/>
        <a:lstStyle/>
        <a:p>
          <a:pPr rtl="0"/>
          <a:r>
            <a:rPr lang="ru-RU" dirty="0"/>
            <a:t>Приоритет – это число, характеризующее степень привилегированности потока при использовании ресурсов ОС.</a:t>
          </a:r>
        </a:p>
      </dgm:t>
    </dgm:pt>
    <dgm:pt modelId="{540F29F9-C98A-734E-A3C6-C7E403DC5A80}" type="parTrans" cxnId="{6D8084F9-9390-A843-8D7E-3D521FE6C27E}">
      <dgm:prSet/>
      <dgm:spPr/>
      <dgm:t>
        <a:bodyPr/>
        <a:lstStyle/>
        <a:p>
          <a:endParaRPr lang="ru-RU"/>
        </a:p>
      </dgm:t>
    </dgm:pt>
    <dgm:pt modelId="{DFF981CE-7C33-5444-A70D-68DD7F99B7A7}" type="sibTrans" cxnId="{6D8084F9-9390-A843-8D7E-3D521FE6C27E}">
      <dgm:prSet/>
      <dgm:spPr/>
      <dgm:t>
        <a:bodyPr/>
        <a:lstStyle/>
        <a:p>
          <a:endParaRPr lang="ru-RU"/>
        </a:p>
      </dgm:t>
    </dgm:pt>
    <dgm:pt modelId="{3864004B-E58E-6D4E-80D6-9D54B637AEA8}" type="pres">
      <dgm:prSet presAssocID="{13DD7AFB-3699-2340-96F7-6F3AC11740FA}" presName="linear" presStyleCnt="0">
        <dgm:presLayoutVars>
          <dgm:animLvl val="lvl"/>
          <dgm:resizeHandles val="exact"/>
        </dgm:presLayoutVars>
      </dgm:prSet>
      <dgm:spPr/>
    </dgm:pt>
    <dgm:pt modelId="{4AA44A39-CAC5-004B-A5B4-AA3C88E6BAE2}" type="pres">
      <dgm:prSet presAssocID="{3A714163-2352-9F4C-BD35-6D63BB7C289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EFE559D-428F-0D4D-B1B9-DF01B1685D5D}" type="presOf" srcId="{13DD7AFB-3699-2340-96F7-6F3AC11740FA}" destId="{3864004B-E58E-6D4E-80D6-9D54B637AEA8}" srcOrd="0" destOrd="0" presId="urn:microsoft.com/office/officeart/2005/8/layout/vList2"/>
    <dgm:cxn modelId="{DD1F9CA0-F1B3-E542-9153-C5FED9E6B32E}" type="presOf" srcId="{3A714163-2352-9F4C-BD35-6D63BB7C289A}" destId="{4AA44A39-CAC5-004B-A5B4-AA3C88E6BAE2}" srcOrd="0" destOrd="0" presId="urn:microsoft.com/office/officeart/2005/8/layout/vList2"/>
    <dgm:cxn modelId="{6D8084F9-9390-A843-8D7E-3D521FE6C27E}" srcId="{13DD7AFB-3699-2340-96F7-6F3AC11740FA}" destId="{3A714163-2352-9F4C-BD35-6D63BB7C289A}" srcOrd="0" destOrd="0" parTransId="{540F29F9-C98A-734E-A3C6-C7E403DC5A80}" sibTransId="{DFF981CE-7C33-5444-A70D-68DD7F99B7A7}"/>
    <dgm:cxn modelId="{A1AA37DC-3399-A34B-A4B9-A8282083DB5A}" type="presParOf" srcId="{3864004B-E58E-6D4E-80D6-9D54B637AEA8}" destId="{4AA44A39-CAC5-004B-A5B4-AA3C88E6BA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BC75B6E-771F-417B-9CB2-40E051D900E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2892535-BBB4-4191-8FA4-184FFBC717E8}">
      <dgm:prSet custT="1"/>
      <dgm:spPr/>
      <dgm:t>
        <a:bodyPr/>
        <a:lstStyle/>
        <a:p>
          <a:pPr algn="ctr" rtl="0"/>
          <a:r>
            <a:rPr lang="ru-RU" sz="2000" dirty="0">
              <a:solidFill>
                <a:srgbClr val="FF0000"/>
              </a:solidFill>
            </a:rPr>
            <a:t>фиксированные</a:t>
          </a:r>
        </a:p>
        <a:p>
          <a:pPr algn="ctr" rtl="0"/>
          <a:r>
            <a:rPr lang="ru-RU" sz="2000" dirty="0"/>
            <a:t>  приоритет потоку назначается ОС при его создании и не изменяется за время существования потока</a:t>
          </a:r>
        </a:p>
      </dgm:t>
    </dgm:pt>
    <dgm:pt modelId="{6D46D45C-D8C8-4DDE-81AC-9C8E5973C674}" type="parTrans" cxnId="{0B8240CF-7526-4E80-BFED-7C9591CD2577}">
      <dgm:prSet/>
      <dgm:spPr/>
      <dgm:t>
        <a:bodyPr/>
        <a:lstStyle/>
        <a:p>
          <a:endParaRPr lang="ru-RU"/>
        </a:p>
      </dgm:t>
    </dgm:pt>
    <dgm:pt modelId="{FB185FDA-352F-471F-BB59-FA83722ABB46}" type="sibTrans" cxnId="{0B8240CF-7526-4E80-BFED-7C9591CD2577}">
      <dgm:prSet/>
      <dgm:spPr/>
      <dgm:t>
        <a:bodyPr/>
        <a:lstStyle/>
        <a:p>
          <a:endParaRPr lang="ru-RU"/>
        </a:p>
      </dgm:t>
    </dgm:pt>
    <dgm:pt modelId="{44EA6BB4-C582-4CE3-AB96-84D95F03DAF4}">
      <dgm:prSet custT="1"/>
      <dgm:spPr/>
      <dgm:t>
        <a:bodyPr/>
        <a:lstStyle/>
        <a:p>
          <a:pPr rtl="0"/>
          <a:r>
            <a:rPr lang="ru-RU" sz="2000" dirty="0">
              <a:solidFill>
                <a:srgbClr val="FF0000"/>
              </a:solidFill>
            </a:rPr>
            <a:t>динамические</a:t>
          </a:r>
        </a:p>
        <a:p>
          <a:pPr rtl="0"/>
          <a:r>
            <a:rPr lang="ru-RU" sz="2000" dirty="0"/>
            <a:t> приоритет может быть изменен либо по инициативе самого потока, либо по инициативе пользователя, либо ОС изменяет приоритеты</a:t>
          </a:r>
          <a:r>
            <a:rPr lang="ru-RU" sz="1600" dirty="0"/>
            <a:t> </a:t>
          </a:r>
          <a:r>
            <a:rPr lang="ru-RU" sz="2000" dirty="0"/>
            <a:t>потоков</a:t>
          </a:r>
        </a:p>
      </dgm:t>
    </dgm:pt>
    <dgm:pt modelId="{67442E66-6E2A-4169-8BF3-55D6E130913E}" type="parTrans" cxnId="{110DC254-911A-44F0-8004-13DC9D9015EF}">
      <dgm:prSet/>
      <dgm:spPr/>
      <dgm:t>
        <a:bodyPr/>
        <a:lstStyle/>
        <a:p>
          <a:endParaRPr lang="ru-RU"/>
        </a:p>
      </dgm:t>
    </dgm:pt>
    <dgm:pt modelId="{DF22E341-85A0-4F12-A0F5-9BE48C7F233C}" type="sibTrans" cxnId="{110DC254-911A-44F0-8004-13DC9D9015EF}">
      <dgm:prSet/>
      <dgm:spPr/>
      <dgm:t>
        <a:bodyPr/>
        <a:lstStyle/>
        <a:p>
          <a:endParaRPr lang="ru-RU"/>
        </a:p>
      </dgm:t>
    </dgm:pt>
    <dgm:pt modelId="{9784A8EC-F770-4EF1-9E95-D7FEEDAC63B1}">
      <dgm:prSet custT="1"/>
      <dgm:spPr/>
      <dgm:t>
        <a:bodyPr/>
        <a:lstStyle/>
        <a:p>
          <a:pPr rtl="0"/>
          <a:r>
            <a:rPr lang="ru-RU" sz="2800" dirty="0">
              <a:solidFill>
                <a:schemeClr val="tx2"/>
              </a:solidFill>
            </a:rPr>
            <a:t>Приоритеты</a:t>
          </a:r>
        </a:p>
      </dgm:t>
    </dgm:pt>
    <dgm:pt modelId="{26975148-2D27-43A5-ABDC-604122517417}" type="parTrans" cxnId="{ECED8AE4-2D32-44EE-BFB8-0B1964A43C21}">
      <dgm:prSet/>
      <dgm:spPr/>
      <dgm:t>
        <a:bodyPr/>
        <a:lstStyle/>
        <a:p>
          <a:endParaRPr lang="ru-RU"/>
        </a:p>
      </dgm:t>
    </dgm:pt>
    <dgm:pt modelId="{5A312AB0-38F7-4620-B5CF-FDADE9E96172}" type="sibTrans" cxnId="{ECED8AE4-2D32-44EE-BFB8-0B1964A43C21}">
      <dgm:prSet/>
      <dgm:spPr/>
      <dgm:t>
        <a:bodyPr/>
        <a:lstStyle/>
        <a:p>
          <a:endParaRPr lang="ru-RU"/>
        </a:p>
      </dgm:t>
    </dgm:pt>
    <dgm:pt modelId="{EE509526-B75D-497C-8847-5F1982619F1D}" type="pres">
      <dgm:prSet presAssocID="{8BC75B6E-771F-417B-9CB2-40E051D900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5BD117-817B-45D9-83C6-A4C377D1B5E7}" type="pres">
      <dgm:prSet presAssocID="{9784A8EC-F770-4EF1-9E95-D7FEEDAC63B1}" presName="hierRoot1" presStyleCnt="0"/>
      <dgm:spPr/>
    </dgm:pt>
    <dgm:pt modelId="{2165A4A6-7C9B-4E9E-AE68-E40BDAC13E99}" type="pres">
      <dgm:prSet presAssocID="{9784A8EC-F770-4EF1-9E95-D7FEEDAC63B1}" presName="composite" presStyleCnt="0"/>
      <dgm:spPr/>
    </dgm:pt>
    <dgm:pt modelId="{1494D0B8-95AB-403D-96AD-D652D8DEF703}" type="pres">
      <dgm:prSet presAssocID="{9784A8EC-F770-4EF1-9E95-D7FEEDAC63B1}" presName="background" presStyleLbl="node0" presStyleIdx="0" presStyleCnt="1"/>
      <dgm:spPr/>
    </dgm:pt>
    <dgm:pt modelId="{B228EB62-3FA3-4A46-8CE8-95E91C47C13D}" type="pres">
      <dgm:prSet presAssocID="{9784A8EC-F770-4EF1-9E95-D7FEEDAC63B1}" presName="text" presStyleLbl="fgAcc0" presStyleIdx="0" presStyleCnt="1" custScaleX="141862" custScaleY="45647">
        <dgm:presLayoutVars>
          <dgm:chPref val="3"/>
        </dgm:presLayoutVars>
      </dgm:prSet>
      <dgm:spPr/>
    </dgm:pt>
    <dgm:pt modelId="{E984151D-FA2D-41F7-9AF4-5B85D08C9C55}" type="pres">
      <dgm:prSet presAssocID="{9784A8EC-F770-4EF1-9E95-D7FEEDAC63B1}" presName="hierChild2" presStyleCnt="0"/>
      <dgm:spPr/>
    </dgm:pt>
    <dgm:pt modelId="{C3694E5E-5A03-4848-A3B4-96E3B5EC1C77}" type="pres">
      <dgm:prSet presAssocID="{6D46D45C-D8C8-4DDE-81AC-9C8E5973C674}" presName="Name10" presStyleLbl="parChTrans1D2" presStyleIdx="0" presStyleCnt="2"/>
      <dgm:spPr/>
    </dgm:pt>
    <dgm:pt modelId="{8AF5892E-ECF8-423C-9A43-09860DEB119F}" type="pres">
      <dgm:prSet presAssocID="{12892535-BBB4-4191-8FA4-184FFBC717E8}" presName="hierRoot2" presStyleCnt="0"/>
      <dgm:spPr/>
    </dgm:pt>
    <dgm:pt modelId="{0B88CA48-2D15-4397-AA51-2DACAC868778}" type="pres">
      <dgm:prSet presAssocID="{12892535-BBB4-4191-8FA4-184FFBC717E8}" presName="composite2" presStyleCnt="0"/>
      <dgm:spPr/>
    </dgm:pt>
    <dgm:pt modelId="{B2FE99A9-1CF9-4DCD-874F-AA3C1854BB54}" type="pres">
      <dgm:prSet presAssocID="{12892535-BBB4-4191-8FA4-184FFBC717E8}" presName="background2" presStyleLbl="node2" presStyleIdx="0" presStyleCnt="2"/>
      <dgm:spPr/>
    </dgm:pt>
    <dgm:pt modelId="{43E040F9-D55B-42C5-921C-A9E9B8B48D36}" type="pres">
      <dgm:prSet presAssocID="{12892535-BBB4-4191-8FA4-184FFBC717E8}" presName="text2" presStyleLbl="fgAcc2" presStyleIdx="0" presStyleCnt="2" custScaleX="125959" custScaleY="134315">
        <dgm:presLayoutVars>
          <dgm:chPref val="3"/>
        </dgm:presLayoutVars>
      </dgm:prSet>
      <dgm:spPr/>
    </dgm:pt>
    <dgm:pt modelId="{038CE4D9-1256-4268-80AB-7FC3781BA8C4}" type="pres">
      <dgm:prSet presAssocID="{12892535-BBB4-4191-8FA4-184FFBC717E8}" presName="hierChild3" presStyleCnt="0"/>
      <dgm:spPr/>
    </dgm:pt>
    <dgm:pt modelId="{9BE3E8F0-C69B-4BE4-BAB7-AFB4D58C6D8D}" type="pres">
      <dgm:prSet presAssocID="{67442E66-6E2A-4169-8BF3-55D6E130913E}" presName="Name10" presStyleLbl="parChTrans1D2" presStyleIdx="1" presStyleCnt="2"/>
      <dgm:spPr/>
    </dgm:pt>
    <dgm:pt modelId="{0ED19549-C2C3-4B5C-8C1A-75CC797F2508}" type="pres">
      <dgm:prSet presAssocID="{44EA6BB4-C582-4CE3-AB96-84D95F03DAF4}" presName="hierRoot2" presStyleCnt="0"/>
      <dgm:spPr/>
    </dgm:pt>
    <dgm:pt modelId="{BA78AACC-B1D5-4578-BD3A-1B224E5586C3}" type="pres">
      <dgm:prSet presAssocID="{44EA6BB4-C582-4CE3-AB96-84D95F03DAF4}" presName="composite2" presStyleCnt="0"/>
      <dgm:spPr/>
    </dgm:pt>
    <dgm:pt modelId="{81E7971D-D271-45CF-A69C-A3BDD5CEE325}" type="pres">
      <dgm:prSet presAssocID="{44EA6BB4-C582-4CE3-AB96-84D95F03DAF4}" presName="background2" presStyleLbl="node2" presStyleIdx="1" presStyleCnt="2"/>
      <dgm:spPr/>
    </dgm:pt>
    <dgm:pt modelId="{6DA55F68-55D9-42F2-8E97-D1B40253BD75}" type="pres">
      <dgm:prSet presAssocID="{44EA6BB4-C582-4CE3-AB96-84D95F03DAF4}" presName="text2" presStyleLbl="fgAcc2" presStyleIdx="1" presStyleCnt="2" custScaleX="153652" custScaleY="134315">
        <dgm:presLayoutVars>
          <dgm:chPref val="3"/>
        </dgm:presLayoutVars>
      </dgm:prSet>
      <dgm:spPr/>
    </dgm:pt>
    <dgm:pt modelId="{351332D7-39E3-4A0D-B967-914B0014C19F}" type="pres">
      <dgm:prSet presAssocID="{44EA6BB4-C582-4CE3-AB96-84D95F03DAF4}" presName="hierChild3" presStyleCnt="0"/>
      <dgm:spPr/>
    </dgm:pt>
  </dgm:ptLst>
  <dgm:cxnLst>
    <dgm:cxn modelId="{1D6F2002-AACF-4C3A-9A43-B1347FE3457E}" type="presOf" srcId="{6D46D45C-D8C8-4DDE-81AC-9C8E5973C674}" destId="{C3694E5E-5A03-4848-A3B4-96E3B5EC1C77}" srcOrd="0" destOrd="0" presId="urn:microsoft.com/office/officeart/2005/8/layout/hierarchy1"/>
    <dgm:cxn modelId="{CBD0CC2E-7889-4308-B41E-8A03B0D62FF7}" type="presOf" srcId="{44EA6BB4-C582-4CE3-AB96-84D95F03DAF4}" destId="{6DA55F68-55D9-42F2-8E97-D1B40253BD75}" srcOrd="0" destOrd="0" presId="urn:microsoft.com/office/officeart/2005/8/layout/hierarchy1"/>
    <dgm:cxn modelId="{73E5B64E-CF14-4A46-9850-4A14DE0D6BFB}" type="presOf" srcId="{12892535-BBB4-4191-8FA4-184FFBC717E8}" destId="{43E040F9-D55B-42C5-921C-A9E9B8B48D36}" srcOrd="0" destOrd="0" presId="urn:microsoft.com/office/officeart/2005/8/layout/hierarchy1"/>
    <dgm:cxn modelId="{110DC254-911A-44F0-8004-13DC9D9015EF}" srcId="{9784A8EC-F770-4EF1-9E95-D7FEEDAC63B1}" destId="{44EA6BB4-C582-4CE3-AB96-84D95F03DAF4}" srcOrd="1" destOrd="0" parTransId="{67442E66-6E2A-4169-8BF3-55D6E130913E}" sibTransId="{DF22E341-85A0-4F12-A0F5-9BE48C7F233C}"/>
    <dgm:cxn modelId="{4FFA4D92-3AC8-436C-B413-2BBA248EE99B}" type="presOf" srcId="{9784A8EC-F770-4EF1-9E95-D7FEEDAC63B1}" destId="{B228EB62-3FA3-4A46-8CE8-95E91C47C13D}" srcOrd="0" destOrd="0" presId="urn:microsoft.com/office/officeart/2005/8/layout/hierarchy1"/>
    <dgm:cxn modelId="{15410DBF-2DB6-449D-AAD9-9CDC5ED8413C}" type="presOf" srcId="{8BC75B6E-771F-417B-9CB2-40E051D900E0}" destId="{EE509526-B75D-497C-8847-5F1982619F1D}" srcOrd="0" destOrd="0" presId="urn:microsoft.com/office/officeart/2005/8/layout/hierarchy1"/>
    <dgm:cxn modelId="{0B8240CF-7526-4E80-BFED-7C9591CD2577}" srcId="{9784A8EC-F770-4EF1-9E95-D7FEEDAC63B1}" destId="{12892535-BBB4-4191-8FA4-184FFBC717E8}" srcOrd="0" destOrd="0" parTransId="{6D46D45C-D8C8-4DDE-81AC-9C8E5973C674}" sibTransId="{FB185FDA-352F-471F-BB59-FA83722ABB46}"/>
    <dgm:cxn modelId="{ECED8AE4-2D32-44EE-BFB8-0B1964A43C21}" srcId="{8BC75B6E-771F-417B-9CB2-40E051D900E0}" destId="{9784A8EC-F770-4EF1-9E95-D7FEEDAC63B1}" srcOrd="0" destOrd="0" parTransId="{26975148-2D27-43A5-ABDC-604122517417}" sibTransId="{5A312AB0-38F7-4620-B5CF-FDADE9E96172}"/>
    <dgm:cxn modelId="{CCF1ACF8-62C5-4A62-A03C-45BCA8E49D15}" type="presOf" srcId="{67442E66-6E2A-4169-8BF3-55D6E130913E}" destId="{9BE3E8F0-C69B-4BE4-BAB7-AFB4D58C6D8D}" srcOrd="0" destOrd="0" presId="urn:microsoft.com/office/officeart/2005/8/layout/hierarchy1"/>
    <dgm:cxn modelId="{E99FA37B-E6FE-4484-8675-8A0C690E542A}" type="presParOf" srcId="{EE509526-B75D-497C-8847-5F1982619F1D}" destId="{D65BD117-817B-45D9-83C6-A4C377D1B5E7}" srcOrd="0" destOrd="0" presId="urn:microsoft.com/office/officeart/2005/8/layout/hierarchy1"/>
    <dgm:cxn modelId="{396CD92B-8DEF-470C-9201-B61452D4AF7B}" type="presParOf" srcId="{D65BD117-817B-45D9-83C6-A4C377D1B5E7}" destId="{2165A4A6-7C9B-4E9E-AE68-E40BDAC13E99}" srcOrd="0" destOrd="0" presId="urn:microsoft.com/office/officeart/2005/8/layout/hierarchy1"/>
    <dgm:cxn modelId="{8CE8BA68-79AC-4914-BFCB-AF8C9D4490D3}" type="presParOf" srcId="{2165A4A6-7C9B-4E9E-AE68-E40BDAC13E99}" destId="{1494D0B8-95AB-403D-96AD-D652D8DEF703}" srcOrd="0" destOrd="0" presId="urn:microsoft.com/office/officeart/2005/8/layout/hierarchy1"/>
    <dgm:cxn modelId="{A5208738-F75D-400C-8159-EC553EC05E24}" type="presParOf" srcId="{2165A4A6-7C9B-4E9E-AE68-E40BDAC13E99}" destId="{B228EB62-3FA3-4A46-8CE8-95E91C47C13D}" srcOrd="1" destOrd="0" presId="urn:microsoft.com/office/officeart/2005/8/layout/hierarchy1"/>
    <dgm:cxn modelId="{3ACDE088-FF9C-4BD5-8E14-B5BC2FB8A685}" type="presParOf" srcId="{D65BD117-817B-45D9-83C6-A4C377D1B5E7}" destId="{E984151D-FA2D-41F7-9AF4-5B85D08C9C55}" srcOrd="1" destOrd="0" presId="urn:microsoft.com/office/officeart/2005/8/layout/hierarchy1"/>
    <dgm:cxn modelId="{02DF4F51-5E1F-40D5-948D-1E0E67A39B5B}" type="presParOf" srcId="{E984151D-FA2D-41F7-9AF4-5B85D08C9C55}" destId="{C3694E5E-5A03-4848-A3B4-96E3B5EC1C77}" srcOrd="0" destOrd="0" presId="urn:microsoft.com/office/officeart/2005/8/layout/hierarchy1"/>
    <dgm:cxn modelId="{AD135A6F-3BF7-4E0E-841D-E1B3B45010AD}" type="presParOf" srcId="{E984151D-FA2D-41F7-9AF4-5B85D08C9C55}" destId="{8AF5892E-ECF8-423C-9A43-09860DEB119F}" srcOrd="1" destOrd="0" presId="urn:microsoft.com/office/officeart/2005/8/layout/hierarchy1"/>
    <dgm:cxn modelId="{06233C95-7B15-4E7D-88FB-25F6926CEA08}" type="presParOf" srcId="{8AF5892E-ECF8-423C-9A43-09860DEB119F}" destId="{0B88CA48-2D15-4397-AA51-2DACAC868778}" srcOrd="0" destOrd="0" presId="urn:microsoft.com/office/officeart/2005/8/layout/hierarchy1"/>
    <dgm:cxn modelId="{CB7B30DE-1635-4167-B574-3998D4463268}" type="presParOf" srcId="{0B88CA48-2D15-4397-AA51-2DACAC868778}" destId="{B2FE99A9-1CF9-4DCD-874F-AA3C1854BB54}" srcOrd="0" destOrd="0" presId="urn:microsoft.com/office/officeart/2005/8/layout/hierarchy1"/>
    <dgm:cxn modelId="{026868CB-4E60-4CB2-8435-2F2348E20242}" type="presParOf" srcId="{0B88CA48-2D15-4397-AA51-2DACAC868778}" destId="{43E040F9-D55B-42C5-921C-A9E9B8B48D36}" srcOrd="1" destOrd="0" presId="urn:microsoft.com/office/officeart/2005/8/layout/hierarchy1"/>
    <dgm:cxn modelId="{158CA5F8-34A8-4373-975D-90B6D331BE32}" type="presParOf" srcId="{8AF5892E-ECF8-423C-9A43-09860DEB119F}" destId="{038CE4D9-1256-4268-80AB-7FC3781BA8C4}" srcOrd="1" destOrd="0" presId="urn:microsoft.com/office/officeart/2005/8/layout/hierarchy1"/>
    <dgm:cxn modelId="{E9A30918-C7E4-433F-B6D6-99ED5F7F9CC2}" type="presParOf" srcId="{E984151D-FA2D-41F7-9AF4-5B85D08C9C55}" destId="{9BE3E8F0-C69B-4BE4-BAB7-AFB4D58C6D8D}" srcOrd="2" destOrd="0" presId="urn:microsoft.com/office/officeart/2005/8/layout/hierarchy1"/>
    <dgm:cxn modelId="{BA91C2FA-C3E3-487A-9EB7-AA1626C4EED3}" type="presParOf" srcId="{E984151D-FA2D-41F7-9AF4-5B85D08C9C55}" destId="{0ED19549-C2C3-4B5C-8C1A-75CC797F2508}" srcOrd="3" destOrd="0" presId="urn:microsoft.com/office/officeart/2005/8/layout/hierarchy1"/>
    <dgm:cxn modelId="{26EEB0FD-9EC7-49D4-AE69-3C5F2731D8FE}" type="presParOf" srcId="{0ED19549-C2C3-4B5C-8C1A-75CC797F2508}" destId="{BA78AACC-B1D5-4578-BD3A-1B224E5586C3}" srcOrd="0" destOrd="0" presId="urn:microsoft.com/office/officeart/2005/8/layout/hierarchy1"/>
    <dgm:cxn modelId="{C81F1ACE-C2C7-4E67-835D-71F397E34775}" type="presParOf" srcId="{BA78AACC-B1D5-4578-BD3A-1B224E5586C3}" destId="{81E7971D-D271-45CF-A69C-A3BDD5CEE325}" srcOrd="0" destOrd="0" presId="urn:microsoft.com/office/officeart/2005/8/layout/hierarchy1"/>
    <dgm:cxn modelId="{6991B6A7-4DFD-4F72-A512-81328FAB107A}" type="presParOf" srcId="{BA78AACC-B1D5-4578-BD3A-1B224E5586C3}" destId="{6DA55F68-55D9-42F2-8E97-D1B40253BD75}" srcOrd="1" destOrd="0" presId="urn:microsoft.com/office/officeart/2005/8/layout/hierarchy1"/>
    <dgm:cxn modelId="{E5481016-2694-40DA-A80F-60770EE072C4}" type="presParOf" srcId="{0ED19549-C2C3-4B5C-8C1A-75CC797F2508}" destId="{351332D7-39E3-4A0D-B967-914B0014C1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BC75B6E-771F-417B-9CB2-40E051D900E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84A8EC-F770-4EF1-9E95-D7FEEDAC63B1}">
      <dgm:prSet custT="1"/>
      <dgm:spPr/>
      <dgm:t>
        <a:bodyPr/>
        <a:lstStyle/>
        <a:p>
          <a:pPr rtl="0"/>
          <a:r>
            <a:rPr lang="ru-RU" sz="2000" dirty="0">
              <a:solidFill>
                <a:srgbClr val="FF0000"/>
              </a:solidFill>
            </a:rPr>
            <a:t>Приоритетное планирование</a:t>
          </a:r>
        </a:p>
      </dgm:t>
    </dgm:pt>
    <dgm:pt modelId="{26975148-2D27-43A5-ABDC-604122517417}" type="parTrans" cxnId="{ECED8AE4-2D32-44EE-BFB8-0B1964A43C21}">
      <dgm:prSet/>
      <dgm:spPr/>
      <dgm:t>
        <a:bodyPr/>
        <a:lstStyle/>
        <a:p>
          <a:endParaRPr lang="ru-RU"/>
        </a:p>
      </dgm:t>
    </dgm:pt>
    <dgm:pt modelId="{5A312AB0-38F7-4620-B5CF-FDADE9E96172}" type="sibTrans" cxnId="{ECED8AE4-2D32-44EE-BFB8-0B1964A43C21}">
      <dgm:prSet/>
      <dgm:spPr/>
      <dgm:t>
        <a:bodyPr/>
        <a:lstStyle/>
        <a:p>
          <a:endParaRPr lang="ru-RU"/>
        </a:p>
      </dgm:t>
    </dgm:pt>
    <dgm:pt modelId="{8FF7AA3A-7A51-4DE3-A38F-F1CF12E03CB2}">
      <dgm:prSet custT="1"/>
      <dgm:spPr/>
      <dgm:t>
        <a:bodyPr/>
        <a:lstStyle/>
        <a:p>
          <a:r>
            <a:rPr lang="ru-RU" sz="1600" u="none" dirty="0">
              <a:solidFill>
                <a:schemeClr val="tx1"/>
              </a:solidFill>
            </a:rPr>
            <a:t>с</a:t>
          </a:r>
          <a:r>
            <a:rPr lang="ru-RU" sz="1600" u="none" dirty="0">
              <a:solidFill>
                <a:srgbClr val="FF0000"/>
              </a:solidFill>
            </a:rPr>
            <a:t> </a:t>
          </a:r>
          <a:r>
            <a:rPr lang="ru-RU" sz="2000" u="sng" dirty="0">
              <a:solidFill>
                <a:srgbClr val="FF0000"/>
              </a:solidFill>
            </a:rPr>
            <a:t>относительными </a:t>
          </a:r>
          <a:r>
            <a:rPr lang="ru-RU" sz="1600" u="sng" dirty="0">
              <a:solidFill>
                <a:srgbClr val="FF0000"/>
              </a:solidFill>
            </a:rPr>
            <a:t> </a:t>
          </a:r>
          <a:r>
            <a:rPr lang="ru-RU" sz="1600" dirty="0"/>
            <a:t>приоритетами – приоритет учитывается только при выборе потока на выполнение из очереди готовых потоков</a:t>
          </a:r>
        </a:p>
      </dgm:t>
    </dgm:pt>
    <dgm:pt modelId="{18BB14FD-B43B-43E7-BB4D-36BF4B521034}" type="parTrans" cxnId="{8A724736-E1A3-4FA9-86D0-D5D789A62038}">
      <dgm:prSet/>
      <dgm:spPr/>
      <dgm:t>
        <a:bodyPr/>
        <a:lstStyle/>
        <a:p>
          <a:endParaRPr lang="ru-RU"/>
        </a:p>
      </dgm:t>
    </dgm:pt>
    <dgm:pt modelId="{9CEA5550-5DDD-4104-9435-A04A0D8143FD}" type="sibTrans" cxnId="{8A724736-E1A3-4FA9-86D0-D5D789A62038}">
      <dgm:prSet/>
      <dgm:spPr/>
      <dgm:t>
        <a:bodyPr/>
        <a:lstStyle/>
        <a:p>
          <a:endParaRPr lang="ru-RU"/>
        </a:p>
      </dgm:t>
    </dgm:pt>
    <dgm:pt modelId="{45207E2F-C929-4195-824A-4F1E17CE228E}">
      <dgm:prSet custT="1"/>
      <dgm:spPr/>
      <dgm:t>
        <a:bodyPr/>
        <a:lstStyle/>
        <a:p>
          <a:r>
            <a:rPr lang="ru-RU" sz="1500" dirty="0"/>
            <a:t>с</a:t>
          </a:r>
          <a:r>
            <a:rPr lang="ru-RU" sz="2000" dirty="0">
              <a:solidFill>
                <a:srgbClr val="FF0000"/>
              </a:solidFill>
            </a:rPr>
            <a:t> </a:t>
          </a:r>
          <a:r>
            <a:rPr lang="ru-RU" sz="2000" u="sng" dirty="0">
              <a:solidFill>
                <a:srgbClr val="FF0000"/>
              </a:solidFill>
            </a:rPr>
            <a:t>абсолютными</a:t>
          </a:r>
          <a:r>
            <a:rPr lang="ru-RU" sz="2000" dirty="0">
              <a:solidFill>
                <a:srgbClr val="FF0000"/>
              </a:solidFill>
            </a:rPr>
            <a:t> </a:t>
          </a:r>
          <a:r>
            <a:rPr lang="ru-RU" sz="1500" dirty="0"/>
            <a:t>приоритетами выполнение активного потока прерывается, когда в очереди готовых к выполнению потоков появляется поток, приоритет которого выше, чем приоритет активного потока. </a:t>
          </a:r>
        </a:p>
      </dgm:t>
    </dgm:pt>
    <dgm:pt modelId="{78759654-06CE-471F-81DE-38368A1807D5}" type="parTrans" cxnId="{77C7E456-D4DD-4CDD-9CE2-FE53C9BA8A7B}">
      <dgm:prSet/>
      <dgm:spPr/>
      <dgm:t>
        <a:bodyPr/>
        <a:lstStyle/>
        <a:p>
          <a:endParaRPr lang="ru-RU"/>
        </a:p>
      </dgm:t>
    </dgm:pt>
    <dgm:pt modelId="{FCB0DB38-4EA9-4233-815F-E51FE23B799A}" type="sibTrans" cxnId="{77C7E456-D4DD-4CDD-9CE2-FE53C9BA8A7B}">
      <dgm:prSet/>
      <dgm:spPr/>
      <dgm:t>
        <a:bodyPr/>
        <a:lstStyle/>
        <a:p>
          <a:endParaRPr lang="ru-RU"/>
        </a:p>
      </dgm:t>
    </dgm:pt>
    <dgm:pt modelId="{EE509526-B75D-497C-8847-5F1982619F1D}" type="pres">
      <dgm:prSet presAssocID="{8BC75B6E-771F-417B-9CB2-40E051D900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5BD117-817B-45D9-83C6-A4C377D1B5E7}" type="pres">
      <dgm:prSet presAssocID="{9784A8EC-F770-4EF1-9E95-D7FEEDAC63B1}" presName="hierRoot1" presStyleCnt="0"/>
      <dgm:spPr/>
    </dgm:pt>
    <dgm:pt modelId="{2165A4A6-7C9B-4E9E-AE68-E40BDAC13E99}" type="pres">
      <dgm:prSet presAssocID="{9784A8EC-F770-4EF1-9E95-D7FEEDAC63B1}" presName="composite" presStyleCnt="0"/>
      <dgm:spPr/>
    </dgm:pt>
    <dgm:pt modelId="{1494D0B8-95AB-403D-96AD-D652D8DEF703}" type="pres">
      <dgm:prSet presAssocID="{9784A8EC-F770-4EF1-9E95-D7FEEDAC63B1}" presName="background" presStyleLbl="node0" presStyleIdx="0" presStyleCnt="1"/>
      <dgm:spPr/>
    </dgm:pt>
    <dgm:pt modelId="{B228EB62-3FA3-4A46-8CE8-95E91C47C13D}" type="pres">
      <dgm:prSet presAssocID="{9784A8EC-F770-4EF1-9E95-D7FEEDAC63B1}" presName="text" presStyleLbl="fgAcc0" presStyleIdx="0" presStyleCnt="1" custScaleX="118251" custScaleY="22942">
        <dgm:presLayoutVars>
          <dgm:chPref val="3"/>
        </dgm:presLayoutVars>
      </dgm:prSet>
      <dgm:spPr/>
    </dgm:pt>
    <dgm:pt modelId="{E984151D-FA2D-41F7-9AF4-5B85D08C9C55}" type="pres">
      <dgm:prSet presAssocID="{9784A8EC-F770-4EF1-9E95-D7FEEDAC63B1}" presName="hierChild2" presStyleCnt="0"/>
      <dgm:spPr/>
    </dgm:pt>
    <dgm:pt modelId="{E9DFE159-E512-4012-8064-C890ACB51168}" type="pres">
      <dgm:prSet presAssocID="{18BB14FD-B43B-43E7-BB4D-36BF4B521034}" presName="Name10" presStyleLbl="parChTrans1D2" presStyleIdx="0" presStyleCnt="2"/>
      <dgm:spPr/>
    </dgm:pt>
    <dgm:pt modelId="{F3E77FA6-2E6A-47E8-A917-347EF358E3BC}" type="pres">
      <dgm:prSet presAssocID="{8FF7AA3A-7A51-4DE3-A38F-F1CF12E03CB2}" presName="hierRoot2" presStyleCnt="0"/>
      <dgm:spPr/>
    </dgm:pt>
    <dgm:pt modelId="{2D43B20E-2C86-409A-BA36-8642A98E04EF}" type="pres">
      <dgm:prSet presAssocID="{8FF7AA3A-7A51-4DE3-A38F-F1CF12E03CB2}" presName="composite2" presStyleCnt="0"/>
      <dgm:spPr/>
    </dgm:pt>
    <dgm:pt modelId="{7E8137E9-48E1-437B-AF4C-6C70B39A6F7B}" type="pres">
      <dgm:prSet presAssocID="{8FF7AA3A-7A51-4DE3-A38F-F1CF12E03CB2}" presName="background2" presStyleLbl="node2" presStyleIdx="0" presStyleCnt="2"/>
      <dgm:spPr/>
    </dgm:pt>
    <dgm:pt modelId="{641FAEE4-CB1F-4F89-8577-8D3D433C4DC8}" type="pres">
      <dgm:prSet presAssocID="{8FF7AA3A-7A51-4DE3-A38F-F1CF12E03CB2}" presName="text2" presStyleLbl="fgAcc2" presStyleIdx="0" presStyleCnt="2" custScaleY="71991">
        <dgm:presLayoutVars>
          <dgm:chPref val="3"/>
        </dgm:presLayoutVars>
      </dgm:prSet>
      <dgm:spPr/>
    </dgm:pt>
    <dgm:pt modelId="{0823181E-233F-4A4F-9062-45326AAB2459}" type="pres">
      <dgm:prSet presAssocID="{8FF7AA3A-7A51-4DE3-A38F-F1CF12E03CB2}" presName="hierChild3" presStyleCnt="0"/>
      <dgm:spPr/>
    </dgm:pt>
    <dgm:pt modelId="{44A11F9C-3B4A-47B6-8554-D8000FC02A5D}" type="pres">
      <dgm:prSet presAssocID="{78759654-06CE-471F-81DE-38368A1807D5}" presName="Name10" presStyleLbl="parChTrans1D2" presStyleIdx="1" presStyleCnt="2"/>
      <dgm:spPr/>
    </dgm:pt>
    <dgm:pt modelId="{7BABE248-F0D2-41C2-8006-F0323A4CDD3B}" type="pres">
      <dgm:prSet presAssocID="{45207E2F-C929-4195-824A-4F1E17CE228E}" presName="hierRoot2" presStyleCnt="0"/>
      <dgm:spPr/>
    </dgm:pt>
    <dgm:pt modelId="{A6461793-F19F-4B3C-B61F-A2B7A482734F}" type="pres">
      <dgm:prSet presAssocID="{45207E2F-C929-4195-824A-4F1E17CE228E}" presName="composite2" presStyleCnt="0"/>
      <dgm:spPr/>
    </dgm:pt>
    <dgm:pt modelId="{00277A23-2DE5-48E5-8D1B-AA59AE51C964}" type="pres">
      <dgm:prSet presAssocID="{45207E2F-C929-4195-824A-4F1E17CE228E}" presName="background2" presStyleLbl="node2" presStyleIdx="1" presStyleCnt="2"/>
      <dgm:spPr/>
    </dgm:pt>
    <dgm:pt modelId="{274634AB-B84D-442E-83AF-60D2BF732483}" type="pres">
      <dgm:prSet presAssocID="{45207E2F-C929-4195-824A-4F1E17CE228E}" presName="text2" presStyleLbl="fgAcc2" presStyleIdx="1" presStyleCnt="2" custScaleX="113273" custScaleY="78489">
        <dgm:presLayoutVars>
          <dgm:chPref val="3"/>
        </dgm:presLayoutVars>
      </dgm:prSet>
      <dgm:spPr/>
    </dgm:pt>
    <dgm:pt modelId="{7DCAF049-1107-4EAA-A275-176932E9FE02}" type="pres">
      <dgm:prSet presAssocID="{45207E2F-C929-4195-824A-4F1E17CE228E}" presName="hierChild3" presStyleCnt="0"/>
      <dgm:spPr/>
    </dgm:pt>
  </dgm:ptLst>
  <dgm:cxnLst>
    <dgm:cxn modelId="{95E1A617-5A84-41DF-B2E5-D7EE9B9BFC65}" type="presOf" srcId="{78759654-06CE-471F-81DE-38368A1807D5}" destId="{44A11F9C-3B4A-47B6-8554-D8000FC02A5D}" srcOrd="0" destOrd="0" presId="urn:microsoft.com/office/officeart/2005/8/layout/hierarchy1"/>
    <dgm:cxn modelId="{8A724736-E1A3-4FA9-86D0-D5D789A62038}" srcId="{9784A8EC-F770-4EF1-9E95-D7FEEDAC63B1}" destId="{8FF7AA3A-7A51-4DE3-A38F-F1CF12E03CB2}" srcOrd="0" destOrd="0" parTransId="{18BB14FD-B43B-43E7-BB4D-36BF4B521034}" sibTransId="{9CEA5550-5DDD-4104-9435-A04A0D8143FD}"/>
    <dgm:cxn modelId="{4DD20D54-8832-446A-98DA-E3387740E342}" type="presOf" srcId="{9784A8EC-F770-4EF1-9E95-D7FEEDAC63B1}" destId="{B228EB62-3FA3-4A46-8CE8-95E91C47C13D}" srcOrd="0" destOrd="0" presId="urn:microsoft.com/office/officeart/2005/8/layout/hierarchy1"/>
    <dgm:cxn modelId="{77C7E456-D4DD-4CDD-9CE2-FE53C9BA8A7B}" srcId="{9784A8EC-F770-4EF1-9E95-D7FEEDAC63B1}" destId="{45207E2F-C929-4195-824A-4F1E17CE228E}" srcOrd="1" destOrd="0" parTransId="{78759654-06CE-471F-81DE-38368A1807D5}" sibTransId="{FCB0DB38-4EA9-4233-815F-E51FE23B799A}"/>
    <dgm:cxn modelId="{B6A02F81-0C8E-446B-862D-6F4D190209C1}" type="presOf" srcId="{45207E2F-C929-4195-824A-4F1E17CE228E}" destId="{274634AB-B84D-442E-83AF-60D2BF732483}" srcOrd="0" destOrd="0" presId="urn:microsoft.com/office/officeart/2005/8/layout/hierarchy1"/>
    <dgm:cxn modelId="{856ABB94-2A3B-4D86-857D-A42351C161B6}" type="presOf" srcId="{8FF7AA3A-7A51-4DE3-A38F-F1CF12E03CB2}" destId="{641FAEE4-CB1F-4F89-8577-8D3D433C4DC8}" srcOrd="0" destOrd="0" presId="urn:microsoft.com/office/officeart/2005/8/layout/hierarchy1"/>
    <dgm:cxn modelId="{ECED8AE4-2D32-44EE-BFB8-0B1964A43C21}" srcId="{8BC75B6E-771F-417B-9CB2-40E051D900E0}" destId="{9784A8EC-F770-4EF1-9E95-D7FEEDAC63B1}" srcOrd="0" destOrd="0" parTransId="{26975148-2D27-43A5-ABDC-604122517417}" sibTransId="{5A312AB0-38F7-4620-B5CF-FDADE9E96172}"/>
    <dgm:cxn modelId="{27FD4FF4-CE78-43D8-BC6D-8B26612AA4E8}" type="presOf" srcId="{8BC75B6E-771F-417B-9CB2-40E051D900E0}" destId="{EE509526-B75D-497C-8847-5F1982619F1D}" srcOrd="0" destOrd="0" presId="urn:microsoft.com/office/officeart/2005/8/layout/hierarchy1"/>
    <dgm:cxn modelId="{CE018CF5-C77E-4C27-8964-915E443BBB96}" type="presOf" srcId="{18BB14FD-B43B-43E7-BB4D-36BF4B521034}" destId="{E9DFE159-E512-4012-8064-C890ACB51168}" srcOrd="0" destOrd="0" presId="urn:microsoft.com/office/officeart/2005/8/layout/hierarchy1"/>
    <dgm:cxn modelId="{0B7A56C6-B6BA-40DE-BBC0-3D973816929D}" type="presParOf" srcId="{EE509526-B75D-497C-8847-5F1982619F1D}" destId="{D65BD117-817B-45D9-83C6-A4C377D1B5E7}" srcOrd="0" destOrd="0" presId="urn:microsoft.com/office/officeart/2005/8/layout/hierarchy1"/>
    <dgm:cxn modelId="{3142C8FA-6218-4EC1-8F8B-AC11573A1DAC}" type="presParOf" srcId="{D65BD117-817B-45D9-83C6-A4C377D1B5E7}" destId="{2165A4A6-7C9B-4E9E-AE68-E40BDAC13E99}" srcOrd="0" destOrd="0" presId="urn:microsoft.com/office/officeart/2005/8/layout/hierarchy1"/>
    <dgm:cxn modelId="{8131C525-96A2-4734-A694-462EFDE93C7E}" type="presParOf" srcId="{2165A4A6-7C9B-4E9E-AE68-E40BDAC13E99}" destId="{1494D0B8-95AB-403D-96AD-D652D8DEF703}" srcOrd="0" destOrd="0" presId="urn:microsoft.com/office/officeart/2005/8/layout/hierarchy1"/>
    <dgm:cxn modelId="{DCBA1E09-B84A-4640-A68E-C51ECF93422D}" type="presParOf" srcId="{2165A4A6-7C9B-4E9E-AE68-E40BDAC13E99}" destId="{B228EB62-3FA3-4A46-8CE8-95E91C47C13D}" srcOrd="1" destOrd="0" presId="urn:microsoft.com/office/officeart/2005/8/layout/hierarchy1"/>
    <dgm:cxn modelId="{D0B3A271-F4FF-45C0-9C9E-8C8C64BDC5C4}" type="presParOf" srcId="{D65BD117-817B-45D9-83C6-A4C377D1B5E7}" destId="{E984151D-FA2D-41F7-9AF4-5B85D08C9C55}" srcOrd="1" destOrd="0" presId="urn:microsoft.com/office/officeart/2005/8/layout/hierarchy1"/>
    <dgm:cxn modelId="{7470060F-7112-43AD-A23D-DE20A62234FD}" type="presParOf" srcId="{E984151D-FA2D-41F7-9AF4-5B85D08C9C55}" destId="{E9DFE159-E512-4012-8064-C890ACB51168}" srcOrd="0" destOrd="0" presId="urn:microsoft.com/office/officeart/2005/8/layout/hierarchy1"/>
    <dgm:cxn modelId="{4D82E57D-CD4A-4A4A-BDED-28DFF0CCDA9E}" type="presParOf" srcId="{E984151D-FA2D-41F7-9AF4-5B85D08C9C55}" destId="{F3E77FA6-2E6A-47E8-A917-347EF358E3BC}" srcOrd="1" destOrd="0" presId="urn:microsoft.com/office/officeart/2005/8/layout/hierarchy1"/>
    <dgm:cxn modelId="{3F89E43B-9E67-4326-8DDE-13DDA4D75BAE}" type="presParOf" srcId="{F3E77FA6-2E6A-47E8-A917-347EF358E3BC}" destId="{2D43B20E-2C86-409A-BA36-8642A98E04EF}" srcOrd="0" destOrd="0" presId="urn:microsoft.com/office/officeart/2005/8/layout/hierarchy1"/>
    <dgm:cxn modelId="{997CA7D4-0D7F-4E52-9D9E-3A153C95C6A2}" type="presParOf" srcId="{2D43B20E-2C86-409A-BA36-8642A98E04EF}" destId="{7E8137E9-48E1-437B-AF4C-6C70B39A6F7B}" srcOrd="0" destOrd="0" presId="urn:microsoft.com/office/officeart/2005/8/layout/hierarchy1"/>
    <dgm:cxn modelId="{397AFD70-334C-419F-A864-DE1E019EDF25}" type="presParOf" srcId="{2D43B20E-2C86-409A-BA36-8642A98E04EF}" destId="{641FAEE4-CB1F-4F89-8577-8D3D433C4DC8}" srcOrd="1" destOrd="0" presId="urn:microsoft.com/office/officeart/2005/8/layout/hierarchy1"/>
    <dgm:cxn modelId="{DB43BEBD-CCAA-46FA-B160-F0B390680276}" type="presParOf" srcId="{F3E77FA6-2E6A-47E8-A917-347EF358E3BC}" destId="{0823181E-233F-4A4F-9062-45326AAB2459}" srcOrd="1" destOrd="0" presId="urn:microsoft.com/office/officeart/2005/8/layout/hierarchy1"/>
    <dgm:cxn modelId="{1ABB3D8F-8CC5-4C1C-88D1-33E5CCA2C8BC}" type="presParOf" srcId="{E984151D-FA2D-41F7-9AF4-5B85D08C9C55}" destId="{44A11F9C-3B4A-47B6-8554-D8000FC02A5D}" srcOrd="2" destOrd="0" presId="urn:microsoft.com/office/officeart/2005/8/layout/hierarchy1"/>
    <dgm:cxn modelId="{A1E48EF0-7428-4ECC-96E5-6D0A3E09D122}" type="presParOf" srcId="{E984151D-FA2D-41F7-9AF4-5B85D08C9C55}" destId="{7BABE248-F0D2-41C2-8006-F0323A4CDD3B}" srcOrd="3" destOrd="0" presId="urn:microsoft.com/office/officeart/2005/8/layout/hierarchy1"/>
    <dgm:cxn modelId="{8F87A296-FD77-441E-95E8-C0A187E768E9}" type="presParOf" srcId="{7BABE248-F0D2-41C2-8006-F0323A4CDD3B}" destId="{A6461793-F19F-4B3C-B61F-A2B7A482734F}" srcOrd="0" destOrd="0" presId="urn:microsoft.com/office/officeart/2005/8/layout/hierarchy1"/>
    <dgm:cxn modelId="{823F4412-0D10-4734-BE59-25DDB561A021}" type="presParOf" srcId="{A6461793-F19F-4B3C-B61F-A2B7A482734F}" destId="{00277A23-2DE5-48E5-8D1B-AA59AE51C964}" srcOrd="0" destOrd="0" presId="urn:microsoft.com/office/officeart/2005/8/layout/hierarchy1"/>
    <dgm:cxn modelId="{72956866-DC66-4AEF-A157-137FD3C7CAA7}" type="presParOf" srcId="{A6461793-F19F-4B3C-B61F-A2B7A482734F}" destId="{274634AB-B84D-442E-83AF-60D2BF732483}" srcOrd="1" destOrd="0" presId="urn:microsoft.com/office/officeart/2005/8/layout/hierarchy1"/>
    <dgm:cxn modelId="{A6FB50AB-6C15-456C-A78C-F6D28DAD517E}" type="presParOf" srcId="{7BABE248-F0D2-41C2-8006-F0323A4CDD3B}" destId="{7DCAF049-1107-4EAA-A275-176932E9FE0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98136A7-83C3-1A48-8AB9-A31911567D09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669A0E0-01A4-344B-9D5B-9D1E04D86BC0}">
      <dgm:prSet phldrT="[Текст]" custT="1"/>
      <dgm:spPr/>
      <dgm:t>
        <a:bodyPr/>
        <a:lstStyle/>
        <a:p>
          <a:r>
            <a:rPr lang="ru-RU" sz="4000" dirty="0"/>
            <a:t>Квантование +приоритеты</a:t>
          </a:r>
        </a:p>
      </dgm:t>
    </dgm:pt>
    <dgm:pt modelId="{309777FC-82AA-6045-89F3-2D8AF45E3C2F}" type="parTrans" cxnId="{C25B35FF-B085-E447-9A0B-B1F029994306}">
      <dgm:prSet/>
      <dgm:spPr/>
      <dgm:t>
        <a:bodyPr/>
        <a:lstStyle/>
        <a:p>
          <a:endParaRPr lang="ru-RU"/>
        </a:p>
      </dgm:t>
    </dgm:pt>
    <dgm:pt modelId="{A43EA44C-6DEB-2D4F-AEAB-1EC9BB857536}" type="sibTrans" cxnId="{C25B35FF-B085-E447-9A0B-B1F029994306}">
      <dgm:prSet/>
      <dgm:spPr/>
      <dgm:t>
        <a:bodyPr/>
        <a:lstStyle/>
        <a:p>
          <a:endParaRPr lang="ru-RU"/>
        </a:p>
      </dgm:t>
    </dgm:pt>
    <dgm:pt modelId="{225C54DF-7800-924D-9A8A-2C9855441745}" type="pres">
      <dgm:prSet presAssocID="{198136A7-83C3-1A48-8AB9-A31911567D09}" presName="diagram" presStyleCnt="0">
        <dgm:presLayoutVars>
          <dgm:dir/>
          <dgm:resizeHandles val="exact"/>
        </dgm:presLayoutVars>
      </dgm:prSet>
      <dgm:spPr/>
    </dgm:pt>
    <dgm:pt modelId="{7075C1BB-832B-A349-B635-18BE56CBD6E2}" type="pres">
      <dgm:prSet presAssocID="{1669A0E0-01A4-344B-9D5B-9D1E04D86BC0}" presName="node" presStyleLbl="node1" presStyleIdx="0" presStyleCnt="1" custScaleX="260927">
        <dgm:presLayoutVars>
          <dgm:bulletEnabled val="1"/>
        </dgm:presLayoutVars>
      </dgm:prSet>
      <dgm:spPr/>
    </dgm:pt>
  </dgm:ptLst>
  <dgm:cxnLst>
    <dgm:cxn modelId="{891ED502-1A1E-6F43-B1A5-4DDBEF7B4107}" type="presOf" srcId="{198136A7-83C3-1A48-8AB9-A31911567D09}" destId="{225C54DF-7800-924D-9A8A-2C9855441745}" srcOrd="0" destOrd="0" presId="urn:microsoft.com/office/officeart/2005/8/layout/default"/>
    <dgm:cxn modelId="{AB4BBEA7-7D38-3D4A-94C5-8650D04F2369}" type="presOf" srcId="{1669A0E0-01A4-344B-9D5B-9D1E04D86BC0}" destId="{7075C1BB-832B-A349-B635-18BE56CBD6E2}" srcOrd="0" destOrd="0" presId="urn:microsoft.com/office/officeart/2005/8/layout/default"/>
    <dgm:cxn modelId="{C25B35FF-B085-E447-9A0B-B1F029994306}" srcId="{198136A7-83C3-1A48-8AB9-A31911567D09}" destId="{1669A0E0-01A4-344B-9D5B-9D1E04D86BC0}" srcOrd="0" destOrd="0" parTransId="{309777FC-82AA-6045-89F3-2D8AF45E3C2F}" sibTransId="{A43EA44C-6DEB-2D4F-AEAB-1EC9BB857536}"/>
    <dgm:cxn modelId="{5DA9F906-F8C0-5543-8279-22F4B365A9A8}" type="presParOf" srcId="{225C54DF-7800-924D-9A8A-2C9855441745}" destId="{7075C1BB-832B-A349-B635-18BE56CBD6E2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1AC8F0D8-8B3D-1A44-9994-93031F8A3345}" type="doc">
      <dgm:prSet loTypeId="urn:microsoft.com/office/officeart/2005/8/layout/default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945F5345-44D9-BB43-909A-DF1FC783F103}">
      <dgm:prSet/>
      <dgm:spPr/>
      <dgm:t>
        <a:bodyPr/>
        <a:lstStyle/>
        <a:p>
          <a:pPr rtl="0"/>
          <a:r>
            <a:rPr lang="ru-RU" dirty="0"/>
            <a:t>Суть алгоритма: первой на выполнение запускается самая короткая задача из пакета.</a:t>
          </a:r>
        </a:p>
      </dgm:t>
    </dgm:pt>
    <dgm:pt modelId="{DD446633-FA7D-534E-87D2-B45D86930A4A}" type="parTrans" cxnId="{E5BA8FEC-E30B-E748-8F86-C6F59108A767}">
      <dgm:prSet/>
      <dgm:spPr/>
      <dgm:t>
        <a:bodyPr/>
        <a:lstStyle/>
        <a:p>
          <a:endParaRPr lang="ru-RU"/>
        </a:p>
      </dgm:t>
    </dgm:pt>
    <dgm:pt modelId="{544320AB-4CFE-A240-A895-09D50AE68A9A}" type="sibTrans" cxnId="{E5BA8FEC-E30B-E748-8F86-C6F59108A767}">
      <dgm:prSet/>
      <dgm:spPr/>
      <dgm:t>
        <a:bodyPr/>
        <a:lstStyle/>
        <a:p>
          <a:endParaRPr lang="ru-RU"/>
        </a:p>
      </dgm:t>
    </dgm:pt>
    <dgm:pt modelId="{8329BD94-AC18-664C-878B-2ADE1D17606F}" type="pres">
      <dgm:prSet presAssocID="{1AC8F0D8-8B3D-1A44-9994-93031F8A3345}" presName="diagram" presStyleCnt="0">
        <dgm:presLayoutVars>
          <dgm:dir/>
          <dgm:resizeHandles val="exact"/>
        </dgm:presLayoutVars>
      </dgm:prSet>
      <dgm:spPr/>
    </dgm:pt>
    <dgm:pt modelId="{1BB73D70-0177-534D-A47A-D2B141544BF2}" type="pres">
      <dgm:prSet presAssocID="{945F5345-44D9-BB43-909A-DF1FC783F103}" presName="node" presStyleLbl="node1" presStyleIdx="0" presStyleCnt="1" custScaleX="503194">
        <dgm:presLayoutVars>
          <dgm:bulletEnabled val="1"/>
        </dgm:presLayoutVars>
      </dgm:prSet>
      <dgm:spPr/>
    </dgm:pt>
  </dgm:ptLst>
  <dgm:cxnLst>
    <dgm:cxn modelId="{A6C511D0-35ED-3E4E-9F80-A9452F5BA764}" type="presOf" srcId="{945F5345-44D9-BB43-909A-DF1FC783F103}" destId="{1BB73D70-0177-534D-A47A-D2B141544BF2}" srcOrd="0" destOrd="0" presId="urn:microsoft.com/office/officeart/2005/8/layout/default"/>
    <dgm:cxn modelId="{B0D7A4DC-4327-BE4F-8E72-E5994BC396D9}" type="presOf" srcId="{1AC8F0D8-8B3D-1A44-9994-93031F8A3345}" destId="{8329BD94-AC18-664C-878B-2ADE1D17606F}" srcOrd="0" destOrd="0" presId="urn:microsoft.com/office/officeart/2005/8/layout/default"/>
    <dgm:cxn modelId="{E5BA8FEC-E30B-E748-8F86-C6F59108A767}" srcId="{1AC8F0D8-8B3D-1A44-9994-93031F8A3345}" destId="{945F5345-44D9-BB43-909A-DF1FC783F103}" srcOrd="0" destOrd="0" parTransId="{DD446633-FA7D-534E-87D2-B45D86930A4A}" sibTransId="{544320AB-4CFE-A240-A895-09D50AE68A9A}"/>
    <dgm:cxn modelId="{0D355743-814C-8C44-9ACA-128C8B7C4729}" type="presParOf" srcId="{8329BD94-AC18-664C-878B-2ADE1D17606F}" destId="{1BB73D70-0177-534D-A47A-D2B141544BF2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57B9F53-ACF8-0440-BD56-CB9BB81A742C}" type="doc">
      <dgm:prSet loTypeId="urn:microsoft.com/office/officeart/2008/layout/HorizontalMultiLevelHierarchy" loCatId="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5A74A4A3-45E4-CF4E-95FA-5DC5D818EEE1}">
      <dgm:prSet/>
      <dgm:spPr/>
      <dgm:t>
        <a:bodyPr/>
        <a:lstStyle/>
        <a:p>
          <a:pPr rtl="0"/>
          <a:r>
            <a:rPr lang="ru-RU" dirty="0"/>
            <a:t>Достоинства:</a:t>
          </a:r>
        </a:p>
      </dgm:t>
    </dgm:pt>
    <dgm:pt modelId="{6E769FE9-5986-AC41-9D04-F67E3D0F3EF1}" type="parTrans" cxnId="{57FF6FD3-94C9-6346-A1EB-647080F74D03}">
      <dgm:prSet/>
      <dgm:spPr/>
      <dgm:t>
        <a:bodyPr/>
        <a:lstStyle/>
        <a:p>
          <a:endParaRPr lang="ru-RU"/>
        </a:p>
      </dgm:t>
    </dgm:pt>
    <dgm:pt modelId="{69F10873-4E9E-1649-9913-DCAF7294A639}" type="sibTrans" cxnId="{57FF6FD3-94C9-6346-A1EB-647080F74D03}">
      <dgm:prSet/>
      <dgm:spPr/>
      <dgm:t>
        <a:bodyPr/>
        <a:lstStyle/>
        <a:p>
          <a:endParaRPr lang="ru-RU"/>
        </a:p>
      </dgm:t>
    </dgm:pt>
    <dgm:pt modelId="{7D57A7C2-1805-5F45-B661-70F06D9A7B32}">
      <dgm:prSet/>
      <dgm:spPr/>
      <dgm:t>
        <a:bodyPr/>
        <a:lstStyle/>
        <a:p>
          <a:pPr rtl="0"/>
          <a:r>
            <a:rPr lang="ru-RU" dirty="0"/>
            <a:t>  уменьшение оборотного времени</a:t>
          </a:r>
        </a:p>
      </dgm:t>
    </dgm:pt>
    <dgm:pt modelId="{077D84CE-B245-D74D-B003-9B8E48A95979}" type="parTrans" cxnId="{51567A6B-8F25-554C-95CC-40D58B377659}">
      <dgm:prSet/>
      <dgm:spPr/>
      <dgm:t>
        <a:bodyPr/>
        <a:lstStyle/>
        <a:p>
          <a:endParaRPr lang="ru-RU"/>
        </a:p>
      </dgm:t>
    </dgm:pt>
    <dgm:pt modelId="{564EC4E6-8130-C141-BD65-A045F7F6B40E}" type="sibTrans" cxnId="{51567A6B-8F25-554C-95CC-40D58B377659}">
      <dgm:prSet/>
      <dgm:spPr/>
      <dgm:t>
        <a:bodyPr/>
        <a:lstStyle/>
        <a:p>
          <a:endParaRPr lang="ru-RU"/>
        </a:p>
      </dgm:t>
    </dgm:pt>
    <dgm:pt modelId="{AD414EE4-466C-EE4E-880D-88D311F58179}">
      <dgm:prSet/>
      <dgm:spPr/>
      <dgm:t>
        <a:bodyPr/>
        <a:lstStyle/>
        <a:p>
          <a:pPr rtl="0"/>
          <a:r>
            <a:rPr lang="ru-RU" dirty="0"/>
            <a:t>справедливость</a:t>
          </a:r>
        </a:p>
      </dgm:t>
    </dgm:pt>
    <dgm:pt modelId="{0DA0CD64-B145-7A4A-A2E3-514D0B08B07E}" type="parTrans" cxnId="{DD804CC1-9EB5-5B4D-AED7-FABA05FCFDF4}">
      <dgm:prSet/>
      <dgm:spPr/>
      <dgm:t>
        <a:bodyPr/>
        <a:lstStyle/>
        <a:p>
          <a:endParaRPr lang="ru-RU"/>
        </a:p>
      </dgm:t>
    </dgm:pt>
    <dgm:pt modelId="{9A3DCCFA-C789-2649-B9F4-0F44C935FF53}" type="sibTrans" cxnId="{DD804CC1-9EB5-5B4D-AED7-FABA05FCFDF4}">
      <dgm:prSet/>
      <dgm:spPr/>
      <dgm:t>
        <a:bodyPr/>
        <a:lstStyle/>
        <a:p>
          <a:endParaRPr lang="ru-RU"/>
        </a:p>
      </dgm:t>
    </dgm:pt>
    <dgm:pt modelId="{A3087BD6-1124-7945-9965-56CBDA037AA2}" type="pres">
      <dgm:prSet presAssocID="{257B9F53-ACF8-0440-BD56-CB9BB81A742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26E2630-EE57-CB44-90E6-FB7879A6083D}" type="pres">
      <dgm:prSet presAssocID="{5A74A4A3-45E4-CF4E-95FA-5DC5D818EEE1}" presName="root1" presStyleCnt="0"/>
      <dgm:spPr/>
    </dgm:pt>
    <dgm:pt modelId="{FE5F9C4D-199A-0243-995C-9FC62B5F5D01}" type="pres">
      <dgm:prSet presAssocID="{5A74A4A3-45E4-CF4E-95FA-5DC5D818EEE1}" presName="LevelOneTextNode" presStyleLbl="node0" presStyleIdx="0" presStyleCnt="1">
        <dgm:presLayoutVars>
          <dgm:chPref val="3"/>
        </dgm:presLayoutVars>
      </dgm:prSet>
      <dgm:spPr/>
    </dgm:pt>
    <dgm:pt modelId="{AB07FFEB-BFCC-9E41-97ED-DDDB95C62A8A}" type="pres">
      <dgm:prSet presAssocID="{5A74A4A3-45E4-CF4E-95FA-5DC5D818EEE1}" presName="level2hierChild" presStyleCnt="0"/>
      <dgm:spPr/>
    </dgm:pt>
    <dgm:pt modelId="{154EFB61-9503-964F-9AEC-D29DC5C44983}" type="pres">
      <dgm:prSet presAssocID="{077D84CE-B245-D74D-B003-9B8E48A95979}" presName="conn2-1" presStyleLbl="parChTrans1D2" presStyleIdx="0" presStyleCnt="2"/>
      <dgm:spPr/>
    </dgm:pt>
    <dgm:pt modelId="{96F1C163-7214-494B-B95D-A3FF55D9743F}" type="pres">
      <dgm:prSet presAssocID="{077D84CE-B245-D74D-B003-9B8E48A95979}" presName="connTx" presStyleLbl="parChTrans1D2" presStyleIdx="0" presStyleCnt="2"/>
      <dgm:spPr/>
    </dgm:pt>
    <dgm:pt modelId="{EA24D5D3-FAD7-E842-94E4-F69E650CE5DD}" type="pres">
      <dgm:prSet presAssocID="{7D57A7C2-1805-5F45-B661-70F06D9A7B32}" presName="root2" presStyleCnt="0"/>
      <dgm:spPr/>
    </dgm:pt>
    <dgm:pt modelId="{232E4F74-D711-C14B-AEDA-FF4D67369B9E}" type="pres">
      <dgm:prSet presAssocID="{7D57A7C2-1805-5F45-B661-70F06D9A7B32}" presName="LevelTwoTextNode" presStyleLbl="node2" presStyleIdx="0" presStyleCnt="2" custScaleX="288698" custScaleY="212382">
        <dgm:presLayoutVars>
          <dgm:chPref val="3"/>
        </dgm:presLayoutVars>
      </dgm:prSet>
      <dgm:spPr/>
    </dgm:pt>
    <dgm:pt modelId="{5D8F816F-1B40-0C4B-AC10-0593F33CD016}" type="pres">
      <dgm:prSet presAssocID="{7D57A7C2-1805-5F45-B661-70F06D9A7B32}" presName="level3hierChild" presStyleCnt="0"/>
      <dgm:spPr/>
    </dgm:pt>
    <dgm:pt modelId="{D83EB05B-56D9-D149-A050-830915953F6C}" type="pres">
      <dgm:prSet presAssocID="{0DA0CD64-B145-7A4A-A2E3-514D0B08B07E}" presName="conn2-1" presStyleLbl="parChTrans1D2" presStyleIdx="1" presStyleCnt="2"/>
      <dgm:spPr/>
    </dgm:pt>
    <dgm:pt modelId="{F83B0A8C-BBE4-F449-BBF4-091E8E3CA3E9}" type="pres">
      <dgm:prSet presAssocID="{0DA0CD64-B145-7A4A-A2E3-514D0B08B07E}" presName="connTx" presStyleLbl="parChTrans1D2" presStyleIdx="1" presStyleCnt="2"/>
      <dgm:spPr/>
    </dgm:pt>
    <dgm:pt modelId="{1C0E9BF5-24D9-3E4B-A5E3-1C6DBBB48FCE}" type="pres">
      <dgm:prSet presAssocID="{AD414EE4-466C-EE4E-880D-88D311F58179}" presName="root2" presStyleCnt="0"/>
      <dgm:spPr/>
    </dgm:pt>
    <dgm:pt modelId="{07A37E7E-3AD5-C542-8474-F91B5D655944}" type="pres">
      <dgm:prSet presAssocID="{AD414EE4-466C-EE4E-880D-88D311F58179}" presName="LevelTwoTextNode" presStyleLbl="node2" presStyleIdx="1" presStyleCnt="2" custScaleX="288698">
        <dgm:presLayoutVars>
          <dgm:chPref val="3"/>
        </dgm:presLayoutVars>
      </dgm:prSet>
      <dgm:spPr/>
    </dgm:pt>
    <dgm:pt modelId="{B1A6A96E-8C39-E340-9377-9B25E985C782}" type="pres">
      <dgm:prSet presAssocID="{AD414EE4-466C-EE4E-880D-88D311F58179}" presName="level3hierChild" presStyleCnt="0"/>
      <dgm:spPr/>
    </dgm:pt>
  </dgm:ptLst>
  <dgm:cxnLst>
    <dgm:cxn modelId="{D2BF0C04-51F6-9144-A0C5-EEAC67FC1190}" type="presOf" srcId="{077D84CE-B245-D74D-B003-9B8E48A95979}" destId="{96F1C163-7214-494B-B95D-A3FF55D9743F}" srcOrd="1" destOrd="0" presId="urn:microsoft.com/office/officeart/2008/layout/HorizontalMultiLevelHierarchy"/>
    <dgm:cxn modelId="{ED12E924-A095-2C4A-9C48-435E5232D92E}" type="presOf" srcId="{257B9F53-ACF8-0440-BD56-CB9BB81A742C}" destId="{A3087BD6-1124-7945-9965-56CBDA037AA2}" srcOrd="0" destOrd="0" presId="urn:microsoft.com/office/officeart/2008/layout/HorizontalMultiLevelHierarchy"/>
    <dgm:cxn modelId="{ECD72246-F6E8-1849-B604-B5B19852A8AC}" type="presOf" srcId="{5A74A4A3-45E4-CF4E-95FA-5DC5D818EEE1}" destId="{FE5F9C4D-199A-0243-995C-9FC62B5F5D01}" srcOrd="0" destOrd="0" presId="urn:microsoft.com/office/officeart/2008/layout/HorizontalMultiLevelHierarchy"/>
    <dgm:cxn modelId="{51567A6B-8F25-554C-95CC-40D58B377659}" srcId="{5A74A4A3-45E4-CF4E-95FA-5DC5D818EEE1}" destId="{7D57A7C2-1805-5F45-B661-70F06D9A7B32}" srcOrd="0" destOrd="0" parTransId="{077D84CE-B245-D74D-B003-9B8E48A95979}" sibTransId="{564EC4E6-8130-C141-BD65-A045F7F6B40E}"/>
    <dgm:cxn modelId="{2C9A1096-1DDB-B440-8C0C-70A9D2EF4A7E}" type="presOf" srcId="{0DA0CD64-B145-7A4A-A2E3-514D0B08B07E}" destId="{D83EB05B-56D9-D149-A050-830915953F6C}" srcOrd="0" destOrd="0" presId="urn:microsoft.com/office/officeart/2008/layout/HorizontalMultiLevelHierarchy"/>
    <dgm:cxn modelId="{1137F297-FAC0-124F-95BA-79B8B568313D}" type="presOf" srcId="{0DA0CD64-B145-7A4A-A2E3-514D0B08B07E}" destId="{F83B0A8C-BBE4-F449-BBF4-091E8E3CA3E9}" srcOrd="1" destOrd="0" presId="urn:microsoft.com/office/officeart/2008/layout/HorizontalMultiLevelHierarchy"/>
    <dgm:cxn modelId="{F17243B0-E672-3940-B67B-59CB447826F3}" type="presOf" srcId="{7D57A7C2-1805-5F45-B661-70F06D9A7B32}" destId="{232E4F74-D711-C14B-AEDA-FF4D67369B9E}" srcOrd="0" destOrd="0" presId="urn:microsoft.com/office/officeart/2008/layout/HorizontalMultiLevelHierarchy"/>
    <dgm:cxn modelId="{DD804CC1-9EB5-5B4D-AED7-FABA05FCFDF4}" srcId="{5A74A4A3-45E4-CF4E-95FA-5DC5D818EEE1}" destId="{AD414EE4-466C-EE4E-880D-88D311F58179}" srcOrd="1" destOrd="0" parTransId="{0DA0CD64-B145-7A4A-A2E3-514D0B08B07E}" sibTransId="{9A3DCCFA-C789-2649-B9F4-0F44C935FF53}"/>
    <dgm:cxn modelId="{57FF6FD3-94C9-6346-A1EB-647080F74D03}" srcId="{257B9F53-ACF8-0440-BD56-CB9BB81A742C}" destId="{5A74A4A3-45E4-CF4E-95FA-5DC5D818EEE1}" srcOrd="0" destOrd="0" parTransId="{6E769FE9-5986-AC41-9D04-F67E3D0F3EF1}" sibTransId="{69F10873-4E9E-1649-9913-DCAF7294A639}"/>
    <dgm:cxn modelId="{931B08DA-C63D-4645-87B6-2D0B89042E50}" type="presOf" srcId="{077D84CE-B245-D74D-B003-9B8E48A95979}" destId="{154EFB61-9503-964F-9AEC-D29DC5C44983}" srcOrd="0" destOrd="0" presId="urn:microsoft.com/office/officeart/2008/layout/HorizontalMultiLevelHierarchy"/>
    <dgm:cxn modelId="{481BC2E7-A3D8-9848-A70A-2B0CFDC17C7B}" type="presOf" srcId="{AD414EE4-466C-EE4E-880D-88D311F58179}" destId="{07A37E7E-3AD5-C542-8474-F91B5D655944}" srcOrd="0" destOrd="0" presId="urn:microsoft.com/office/officeart/2008/layout/HorizontalMultiLevelHierarchy"/>
    <dgm:cxn modelId="{00B18EA1-061B-2742-A63B-581CFFA5FC86}" type="presParOf" srcId="{A3087BD6-1124-7945-9965-56CBDA037AA2}" destId="{926E2630-EE57-CB44-90E6-FB7879A6083D}" srcOrd="0" destOrd="0" presId="urn:microsoft.com/office/officeart/2008/layout/HorizontalMultiLevelHierarchy"/>
    <dgm:cxn modelId="{3E5BCE73-F535-B044-A733-141DF31CD681}" type="presParOf" srcId="{926E2630-EE57-CB44-90E6-FB7879A6083D}" destId="{FE5F9C4D-199A-0243-995C-9FC62B5F5D01}" srcOrd="0" destOrd="0" presId="urn:microsoft.com/office/officeart/2008/layout/HorizontalMultiLevelHierarchy"/>
    <dgm:cxn modelId="{940C8280-C9D3-7546-86A0-ED5954085D21}" type="presParOf" srcId="{926E2630-EE57-CB44-90E6-FB7879A6083D}" destId="{AB07FFEB-BFCC-9E41-97ED-DDDB95C62A8A}" srcOrd="1" destOrd="0" presId="urn:microsoft.com/office/officeart/2008/layout/HorizontalMultiLevelHierarchy"/>
    <dgm:cxn modelId="{AB0959F5-A062-D94E-8FF5-45FD71662974}" type="presParOf" srcId="{AB07FFEB-BFCC-9E41-97ED-DDDB95C62A8A}" destId="{154EFB61-9503-964F-9AEC-D29DC5C44983}" srcOrd="0" destOrd="0" presId="urn:microsoft.com/office/officeart/2008/layout/HorizontalMultiLevelHierarchy"/>
    <dgm:cxn modelId="{CBBBEC5E-C5E9-2646-B277-A0F841005C20}" type="presParOf" srcId="{154EFB61-9503-964F-9AEC-D29DC5C44983}" destId="{96F1C163-7214-494B-B95D-A3FF55D9743F}" srcOrd="0" destOrd="0" presId="urn:microsoft.com/office/officeart/2008/layout/HorizontalMultiLevelHierarchy"/>
    <dgm:cxn modelId="{DDB2ABB2-404E-ED49-ADF2-47999CE15820}" type="presParOf" srcId="{AB07FFEB-BFCC-9E41-97ED-DDDB95C62A8A}" destId="{EA24D5D3-FAD7-E842-94E4-F69E650CE5DD}" srcOrd="1" destOrd="0" presId="urn:microsoft.com/office/officeart/2008/layout/HorizontalMultiLevelHierarchy"/>
    <dgm:cxn modelId="{B9B5CDFB-F4A8-4249-86DE-CCBB0C43A0AC}" type="presParOf" srcId="{EA24D5D3-FAD7-E842-94E4-F69E650CE5DD}" destId="{232E4F74-D711-C14B-AEDA-FF4D67369B9E}" srcOrd="0" destOrd="0" presId="urn:microsoft.com/office/officeart/2008/layout/HorizontalMultiLevelHierarchy"/>
    <dgm:cxn modelId="{B19305CE-45EE-ED48-9B1D-1D58620E0053}" type="presParOf" srcId="{EA24D5D3-FAD7-E842-94E4-F69E650CE5DD}" destId="{5D8F816F-1B40-0C4B-AC10-0593F33CD016}" srcOrd="1" destOrd="0" presId="urn:microsoft.com/office/officeart/2008/layout/HorizontalMultiLevelHierarchy"/>
    <dgm:cxn modelId="{69D6DE61-C1E2-FD4E-985D-168E52BD5A44}" type="presParOf" srcId="{AB07FFEB-BFCC-9E41-97ED-DDDB95C62A8A}" destId="{D83EB05B-56D9-D149-A050-830915953F6C}" srcOrd="2" destOrd="0" presId="urn:microsoft.com/office/officeart/2008/layout/HorizontalMultiLevelHierarchy"/>
    <dgm:cxn modelId="{13B9386E-66CC-714C-B727-CA1FF701FD5F}" type="presParOf" srcId="{D83EB05B-56D9-D149-A050-830915953F6C}" destId="{F83B0A8C-BBE4-F449-BBF4-091E8E3CA3E9}" srcOrd="0" destOrd="0" presId="urn:microsoft.com/office/officeart/2008/layout/HorizontalMultiLevelHierarchy"/>
    <dgm:cxn modelId="{38A66005-8162-0B4D-A6F8-B4A07C91FE6D}" type="presParOf" srcId="{AB07FFEB-BFCC-9E41-97ED-DDDB95C62A8A}" destId="{1C0E9BF5-24D9-3E4B-A5E3-1C6DBBB48FCE}" srcOrd="3" destOrd="0" presId="urn:microsoft.com/office/officeart/2008/layout/HorizontalMultiLevelHierarchy"/>
    <dgm:cxn modelId="{6111EE0D-BFB0-2341-A9D0-15DABE8C3F9C}" type="presParOf" srcId="{1C0E9BF5-24D9-3E4B-A5E3-1C6DBBB48FCE}" destId="{07A37E7E-3AD5-C542-8474-F91B5D655944}" srcOrd="0" destOrd="0" presId="urn:microsoft.com/office/officeart/2008/layout/HorizontalMultiLevelHierarchy"/>
    <dgm:cxn modelId="{03BCA16A-0343-BD4B-ABA4-42B63586CF3A}" type="presParOf" srcId="{1C0E9BF5-24D9-3E4B-A5E3-1C6DBBB48FCE}" destId="{B1A6A96E-8C39-E340-9377-9B25E985C78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9CE0EBA-24F0-8448-B340-74B51DD9E263}" type="doc">
      <dgm:prSet loTypeId="urn:microsoft.com/office/officeart/2008/layout/HorizontalMultiLevelHierarchy" loCatId="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5807E871-AF50-ED4B-A1CD-96EEB14DA60E}">
      <dgm:prSet/>
      <dgm:spPr/>
      <dgm:t>
        <a:bodyPr/>
        <a:lstStyle/>
        <a:p>
          <a:pPr rtl="0"/>
          <a:r>
            <a:rPr lang="ru-RU" dirty="0"/>
            <a:t>Недостатки:</a:t>
          </a:r>
        </a:p>
      </dgm:t>
    </dgm:pt>
    <dgm:pt modelId="{DE880CDE-2770-B845-A42B-550DEAC1356A}" type="parTrans" cxnId="{DD1EE9B2-9CD8-BC49-80B7-1E867776DF02}">
      <dgm:prSet/>
      <dgm:spPr/>
      <dgm:t>
        <a:bodyPr/>
        <a:lstStyle/>
        <a:p>
          <a:endParaRPr lang="ru-RU"/>
        </a:p>
      </dgm:t>
    </dgm:pt>
    <dgm:pt modelId="{F47C5980-9173-9648-B195-C62273C947BB}" type="sibTrans" cxnId="{DD1EE9B2-9CD8-BC49-80B7-1E867776DF02}">
      <dgm:prSet/>
      <dgm:spPr/>
      <dgm:t>
        <a:bodyPr/>
        <a:lstStyle/>
        <a:p>
          <a:endParaRPr lang="ru-RU"/>
        </a:p>
      </dgm:t>
    </dgm:pt>
    <dgm:pt modelId="{1D8CBC62-2FE8-5B49-86C2-33832A6FCF3A}">
      <dgm:prSet custT="1"/>
      <dgm:spPr/>
      <dgm:t>
        <a:bodyPr/>
        <a:lstStyle/>
        <a:p>
          <a:pPr rtl="0"/>
          <a:r>
            <a:rPr lang="ru-RU" sz="2800" dirty="0"/>
            <a:t>требуется превентивная информация о времени выполнения задач</a:t>
          </a:r>
        </a:p>
      </dgm:t>
    </dgm:pt>
    <dgm:pt modelId="{7725F7BA-798D-044F-B5F1-5E42C1BBAE22}" type="parTrans" cxnId="{B9474AED-C3F8-EC4E-972E-D2EF9460F28B}">
      <dgm:prSet/>
      <dgm:spPr/>
      <dgm:t>
        <a:bodyPr/>
        <a:lstStyle/>
        <a:p>
          <a:endParaRPr lang="ru-RU"/>
        </a:p>
      </dgm:t>
    </dgm:pt>
    <dgm:pt modelId="{E1BF43C4-8CFE-ED4A-98B5-5E7B7DF56653}" type="sibTrans" cxnId="{B9474AED-C3F8-EC4E-972E-D2EF9460F28B}">
      <dgm:prSet/>
      <dgm:spPr/>
      <dgm:t>
        <a:bodyPr/>
        <a:lstStyle/>
        <a:p>
          <a:endParaRPr lang="ru-RU"/>
        </a:p>
      </dgm:t>
    </dgm:pt>
    <dgm:pt modelId="{E958BB0F-F71F-0F4D-B317-54E62D19B810}">
      <dgm:prSet custT="1"/>
      <dgm:spPr/>
      <dgm:t>
        <a:bodyPr/>
        <a:lstStyle/>
        <a:p>
          <a:pPr algn="ctr" rtl="0"/>
          <a:r>
            <a:rPr lang="ru-RU" sz="2400" dirty="0"/>
            <a:t>длинный процесс, занявший процессор, не пустит более новые краткие процессы, которые пришли позже.</a:t>
          </a:r>
        </a:p>
      </dgm:t>
    </dgm:pt>
    <dgm:pt modelId="{8F5FF7DA-BE8E-6E41-9724-69246E007FE2}" type="parTrans" cxnId="{B4F74559-2413-214F-BEC3-B1590642C571}">
      <dgm:prSet/>
      <dgm:spPr/>
      <dgm:t>
        <a:bodyPr/>
        <a:lstStyle/>
        <a:p>
          <a:endParaRPr lang="ru-RU"/>
        </a:p>
      </dgm:t>
    </dgm:pt>
    <dgm:pt modelId="{D559EBFB-99BD-1340-B8C1-24917707800C}" type="sibTrans" cxnId="{B4F74559-2413-214F-BEC3-B1590642C571}">
      <dgm:prSet/>
      <dgm:spPr/>
      <dgm:t>
        <a:bodyPr/>
        <a:lstStyle/>
        <a:p>
          <a:endParaRPr lang="ru-RU"/>
        </a:p>
      </dgm:t>
    </dgm:pt>
    <dgm:pt modelId="{FD83BD55-FF12-4948-9E59-EFE00753A1CB}" type="pres">
      <dgm:prSet presAssocID="{29CE0EBA-24F0-8448-B340-74B51DD9E26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FD147EC-4723-1F47-AA95-1308A26CD6B1}" type="pres">
      <dgm:prSet presAssocID="{5807E871-AF50-ED4B-A1CD-96EEB14DA60E}" presName="root1" presStyleCnt="0"/>
      <dgm:spPr/>
    </dgm:pt>
    <dgm:pt modelId="{9CE330B2-F334-2A49-BB1F-E81125A72070}" type="pres">
      <dgm:prSet presAssocID="{5807E871-AF50-ED4B-A1CD-96EEB14DA60E}" presName="LevelOneTextNode" presStyleLbl="node0" presStyleIdx="0" presStyleCnt="1">
        <dgm:presLayoutVars>
          <dgm:chPref val="3"/>
        </dgm:presLayoutVars>
      </dgm:prSet>
      <dgm:spPr/>
    </dgm:pt>
    <dgm:pt modelId="{6EEB8E5E-4A01-2B46-89DD-AAD6E6CDACAC}" type="pres">
      <dgm:prSet presAssocID="{5807E871-AF50-ED4B-A1CD-96EEB14DA60E}" presName="level2hierChild" presStyleCnt="0"/>
      <dgm:spPr/>
    </dgm:pt>
    <dgm:pt modelId="{184DC223-09E1-8E48-9D35-A56557B659FF}" type="pres">
      <dgm:prSet presAssocID="{7725F7BA-798D-044F-B5F1-5E42C1BBAE22}" presName="conn2-1" presStyleLbl="parChTrans1D2" presStyleIdx="0" presStyleCnt="2"/>
      <dgm:spPr/>
    </dgm:pt>
    <dgm:pt modelId="{AE83D4FB-7D1F-2240-9A9F-14C4CE03D8EE}" type="pres">
      <dgm:prSet presAssocID="{7725F7BA-798D-044F-B5F1-5E42C1BBAE22}" presName="connTx" presStyleLbl="parChTrans1D2" presStyleIdx="0" presStyleCnt="2"/>
      <dgm:spPr/>
    </dgm:pt>
    <dgm:pt modelId="{8B6B562B-1A06-4841-9EA9-9E49A7C07508}" type="pres">
      <dgm:prSet presAssocID="{1D8CBC62-2FE8-5B49-86C2-33832A6FCF3A}" presName="root2" presStyleCnt="0"/>
      <dgm:spPr/>
    </dgm:pt>
    <dgm:pt modelId="{4E32EA66-823D-3643-A570-162C0CC0E73D}" type="pres">
      <dgm:prSet presAssocID="{1D8CBC62-2FE8-5B49-86C2-33832A6FCF3A}" presName="LevelTwoTextNode" presStyleLbl="node2" presStyleIdx="0" presStyleCnt="2" custScaleX="247013" custScaleY="215280">
        <dgm:presLayoutVars>
          <dgm:chPref val="3"/>
        </dgm:presLayoutVars>
      </dgm:prSet>
      <dgm:spPr/>
    </dgm:pt>
    <dgm:pt modelId="{135D9BC2-171C-694E-BBFD-06F397268B0F}" type="pres">
      <dgm:prSet presAssocID="{1D8CBC62-2FE8-5B49-86C2-33832A6FCF3A}" presName="level3hierChild" presStyleCnt="0"/>
      <dgm:spPr/>
    </dgm:pt>
    <dgm:pt modelId="{C624A295-8D4E-F64B-93F6-F55068C49F9E}" type="pres">
      <dgm:prSet presAssocID="{8F5FF7DA-BE8E-6E41-9724-69246E007FE2}" presName="conn2-1" presStyleLbl="parChTrans1D2" presStyleIdx="1" presStyleCnt="2"/>
      <dgm:spPr/>
    </dgm:pt>
    <dgm:pt modelId="{5B92901C-5111-A24B-95CA-E2561AB2BC9D}" type="pres">
      <dgm:prSet presAssocID="{8F5FF7DA-BE8E-6E41-9724-69246E007FE2}" presName="connTx" presStyleLbl="parChTrans1D2" presStyleIdx="1" presStyleCnt="2"/>
      <dgm:spPr/>
    </dgm:pt>
    <dgm:pt modelId="{4096F86C-FE50-B14E-9995-B02E9DDA163F}" type="pres">
      <dgm:prSet presAssocID="{E958BB0F-F71F-0F4D-B317-54E62D19B810}" presName="root2" presStyleCnt="0"/>
      <dgm:spPr/>
    </dgm:pt>
    <dgm:pt modelId="{E1DE80C2-430B-9F46-8018-B66203305684}" type="pres">
      <dgm:prSet presAssocID="{E958BB0F-F71F-0F4D-B317-54E62D19B810}" presName="LevelTwoTextNode" presStyleLbl="node2" presStyleIdx="1" presStyleCnt="2" custScaleX="247013" custScaleY="237848">
        <dgm:presLayoutVars>
          <dgm:chPref val="3"/>
        </dgm:presLayoutVars>
      </dgm:prSet>
      <dgm:spPr/>
    </dgm:pt>
    <dgm:pt modelId="{CC58988F-5ED9-6444-B528-C0FBECE7E9EA}" type="pres">
      <dgm:prSet presAssocID="{E958BB0F-F71F-0F4D-B317-54E62D19B810}" presName="level3hierChild" presStyleCnt="0"/>
      <dgm:spPr/>
    </dgm:pt>
  </dgm:ptLst>
  <dgm:cxnLst>
    <dgm:cxn modelId="{469C4115-F277-9F4F-84A4-1927A2F0050E}" type="presOf" srcId="{29CE0EBA-24F0-8448-B340-74B51DD9E263}" destId="{FD83BD55-FF12-4948-9E59-EFE00753A1CB}" srcOrd="0" destOrd="0" presId="urn:microsoft.com/office/officeart/2008/layout/HorizontalMultiLevelHierarchy"/>
    <dgm:cxn modelId="{91D12F1E-35C1-A04F-9A0E-F63DEAFD2ACD}" type="presOf" srcId="{8F5FF7DA-BE8E-6E41-9724-69246E007FE2}" destId="{C624A295-8D4E-F64B-93F6-F55068C49F9E}" srcOrd="0" destOrd="0" presId="urn:microsoft.com/office/officeart/2008/layout/HorizontalMultiLevelHierarchy"/>
    <dgm:cxn modelId="{855DEB74-F00D-8048-B898-E263BCE4AAAC}" type="presOf" srcId="{1D8CBC62-2FE8-5B49-86C2-33832A6FCF3A}" destId="{4E32EA66-823D-3643-A570-162C0CC0E73D}" srcOrd="0" destOrd="0" presId="urn:microsoft.com/office/officeart/2008/layout/HorizontalMultiLevelHierarchy"/>
    <dgm:cxn modelId="{B4F74559-2413-214F-BEC3-B1590642C571}" srcId="{5807E871-AF50-ED4B-A1CD-96EEB14DA60E}" destId="{E958BB0F-F71F-0F4D-B317-54E62D19B810}" srcOrd="1" destOrd="0" parTransId="{8F5FF7DA-BE8E-6E41-9724-69246E007FE2}" sibTransId="{D559EBFB-99BD-1340-B8C1-24917707800C}"/>
    <dgm:cxn modelId="{63EB8E5A-472E-064F-A747-D536E9E85C6E}" type="presOf" srcId="{7725F7BA-798D-044F-B5F1-5E42C1BBAE22}" destId="{184DC223-09E1-8E48-9D35-A56557B659FF}" srcOrd="0" destOrd="0" presId="urn:microsoft.com/office/officeart/2008/layout/HorizontalMultiLevelHierarchy"/>
    <dgm:cxn modelId="{52AA76B2-7CDC-7C45-A8FC-106366CAA2E2}" type="presOf" srcId="{7725F7BA-798D-044F-B5F1-5E42C1BBAE22}" destId="{AE83D4FB-7D1F-2240-9A9F-14C4CE03D8EE}" srcOrd="1" destOrd="0" presId="urn:microsoft.com/office/officeart/2008/layout/HorizontalMultiLevelHierarchy"/>
    <dgm:cxn modelId="{DD1EE9B2-9CD8-BC49-80B7-1E867776DF02}" srcId="{29CE0EBA-24F0-8448-B340-74B51DD9E263}" destId="{5807E871-AF50-ED4B-A1CD-96EEB14DA60E}" srcOrd="0" destOrd="0" parTransId="{DE880CDE-2770-B845-A42B-550DEAC1356A}" sibTransId="{F47C5980-9173-9648-B195-C62273C947BB}"/>
    <dgm:cxn modelId="{61449BC6-6AB2-A244-93F1-939E7F67ECE1}" type="presOf" srcId="{E958BB0F-F71F-0F4D-B317-54E62D19B810}" destId="{E1DE80C2-430B-9F46-8018-B66203305684}" srcOrd="0" destOrd="0" presId="urn:microsoft.com/office/officeart/2008/layout/HorizontalMultiLevelHierarchy"/>
    <dgm:cxn modelId="{A3343AE9-7812-AB4B-B6A2-CE24C864B387}" type="presOf" srcId="{8F5FF7DA-BE8E-6E41-9724-69246E007FE2}" destId="{5B92901C-5111-A24B-95CA-E2561AB2BC9D}" srcOrd="1" destOrd="0" presId="urn:microsoft.com/office/officeart/2008/layout/HorizontalMultiLevelHierarchy"/>
    <dgm:cxn modelId="{C5C56FEA-34E5-A74F-9233-3BD7D96E039A}" type="presOf" srcId="{5807E871-AF50-ED4B-A1CD-96EEB14DA60E}" destId="{9CE330B2-F334-2A49-BB1F-E81125A72070}" srcOrd="0" destOrd="0" presId="urn:microsoft.com/office/officeart/2008/layout/HorizontalMultiLevelHierarchy"/>
    <dgm:cxn modelId="{B9474AED-C3F8-EC4E-972E-D2EF9460F28B}" srcId="{5807E871-AF50-ED4B-A1CD-96EEB14DA60E}" destId="{1D8CBC62-2FE8-5B49-86C2-33832A6FCF3A}" srcOrd="0" destOrd="0" parTransId="{7725F7BA-798D-044F-B5F1-5E42C1BBAE22}" sibTransId="{E1BF43C4-8CFE-ED4A-98B5-5E7B7DF56653}"/>
    <dgm:cxn modelId="{065752E7-734C-D741-8E83-220C3300D7AC}" type="presParOf" srcId="{FD83BD55-FF12-4948-9E59-EFE00753A1CB}" destId="{5FD147EC-4723-1F47-AA95-1308A26CD6B1}" srcOrd="0" destOrd="0" presId="urn:microsoft.com/office/officeart/2008/layout/HorizontalMultiLevelHierarchy"/>
    <dgm:cxn modelId="{EDAC7A4E-28A9-A445-B366-9D67F113DED0}" type="presParOf" srcId="{5FD147EC-4723-1F47-AA95-1308A26CD6B1}" destId="{9CE330B2-F334-2A49-BB1F-E81125A72070}" srcOrd="0" destOrd="0" presId="urn:microsoft.com/office/officeart/2008/layout/HorizontalMultiLevelHierarchy"/>
    <dgm:cxn modelId="{1C81D1BA-6FFD-DE4C-85F1-4638AA8074ED}" type="presParOf" srcId="{5FD147EC-4723-1F47-AA95-1308A26CD6B1}" destId="{6EEB8E5E-4A01-2B46-89DD-AAD6E6CDACAC}" srcOrd="1" destOrd="0" presId="urn:microsoft.com/office/officeart/2008/layout/HorizontalMultiLevelHierarchy"/>
    <dgm:cxn modelId="{919FCF79-458E-DA49-8A08-B45E7AC4C15B}" type="presParOf" srcId="{6EEB8E5E-4A01-2B46-89DD-AAD6E6CDACAC}" destId="{184DC223-09E1-8E48-9D35-A56557B659FF}" srcOrd="0" destOrd="0" presId="urn:microsoft.com/office/officeart/2008/layout/HorizontalMultiLevelHierarchy"/>
    <dgm:cxn modelId="{12D15B69-8241-0F4E-A6AA-49B65F3EE088}" type="presParOf" srcId="{184DC223-09E1-8E48-9D35-A56557B659FF}" destId="{AE83D4FB-7D1F-2240-9A9F-14C4CE03D8EE}" srcOrd="0" destOrd="0" presId="urn:microsoft.com/office/officeart/2008/layout/HorizontalMultiLevelHierarchy"/>
    <dgm:cxn modelId="{E9DE957E-40D1-8845-AF85-E044C2481070}" type="presParOf" srcId="{6EEB8E5E-4A01-2B46-89DD-AAD6E6CDACAC}" destId="{8B6B562B-1A06-4841-9EA9-9E49A7C07508}" srcOrd="1" destOrd="0" presId="urn:microsoft.com/office/officeart/2008/layout/HorizontalMultiLevelHierarchy"/>
    <dgm:cxn modelId="{B2FD802F-9A88-0740-8E23-2E27DCAECC85}" type="presParOf" srcId="{8B6B562B-1A06-4841-9EA9-9E49A7C07508}" destId="{4E32EA66-823D-3643-A570-162C0CC0E73D}" srcOrd="0" destOrd="0" presId="urn:microsoft.com/office/officeart/2008/layout/HorizontalMultiLevelHierarchy"/>
    <dgm:cxn modelId="{7C7262FB-1AC5-4445-9E19-22A674AE595E}" type="presParOf" srcId="{8B6B562B-1A06-4841-9EA9-9E49A7C07508}" destId="{135D9BC2-171C-694E-BBFD-06F397268B0F}" srcOrd="1" destOrd="0" presId="urn:microsoft.com/office/officeart/2008/layout/HorizontalMultiLevelHierarchy"/>
    <dgm:cxn modelId="{2347AE1C-734F-B542-9345-8C6BE128CA6B}" type="presParOf" srcId="{6EEB8E5E-4A01-2B46-89DD-AAD6E6CDACAC}" destId="{C624A295-8D4E-F64B-93F6-F55068C49F9E}" srcOrd="2" destOrd="0" presId="urn:microsoft.com/office/officeart/2008/layout/HorizontalMultiLevelHierarchy"/>
    <dgm:cxn modelId="{C42570C6-7252-3F47-92F8-D0E4C4177BFC}" type="presParOf" srcId="{C624A295-8D4E-F64B-93F6-F55068C49F9E}" destId="{5B92901C-5111-A24B-95CA-E2561AB2BC9D}" srcOrd="0" destOrd="0" presId="urn:microsoft.com/office/officeart/2008/layout/HorizontalMultiLevelHierarchy"/>
    <dgm:cxn modelId="{94245731-4A94-8543-962C-C1A7B853624F}" type="presParOf" srcId="{6EEB8E5E-4A01-2B46-89DD-AAD6E6CDACAC}" destId="{4096F86C-FE50-B14E-9995-B02E9DDA163F}" srcOrd="3" destOrd="0" presId="urn:microsoft.com/office/officeart/2008/layout/HorizontalMultiLevelHierarchy"/>
    <dgm:cxn modelId="{2332C299-9978-284D-82AB-190298DE21F3}" type="presParOf" srcId="{4096F86C-FE50-B14E-9995-B02E9DDA163F}" destId="{E1DE80C2-430B-9F46-8018-B66203305684}" srcOrd="0" destOrd="0" presId="urn:microsoft.com/office/officeart/2008/layout/HorizontalMultiLevelHierarchy"/>
    <dgm:cxn modelId="{4E5B3E17-DC0F-5B47-A55D-3952CF27E0A4}" type="presParOf" srcId="{4096F86C-FE50-B14E-9995-B02E9DDA163F}" destId="{CC58988F-5ED9-6444-B528-C0FBECE7E9E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46950C3-B67B-B145-8920-F92A1CEE3638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DEC1E8C-7F04-CF4D-960A-EBCB58FF268C}">
      <dgm:prSet custT="1"/>
      <dgm:spPr/>
      <dgm:t>
        <a:bodyPr/>
        <a:lstStyle/>
        <a:p>
          <a:pPr algn="just" rtl="0"/>
          <a:r>
            <a:rPr lang="ru-RU" sz="2000" dirty="0"/>
            <a:t>Критерий эффективности – удобство работы пользователя.</a:t>
          </a:r>
        </a:p>
      </dgm:t>
    </dgm:pt>
    <dgm:pt modelId="{C03E9B3B-A630-A542-9E47-DA1112B8E992}" type="sibTrans" cxnId="{221278D4-E726-ED4A-B3BB-2CD50B8D3791}">
      <dgm:prSet/>
      <dgm:spPr/>
      <dgm:t>
        <a:bodyPr/>
        <a:lstStyle/>
        <a:p>
          <a:endParaRPr lang="ru-RU"/>
        </a:p>
      </dgm:t>
    </dgm:pt>
    <dgm:pt modelId="{574DBDC1-3AFC-6341-AC5E-7342FEDE61AD}" type="parTrans" cxnId="{221278D4-E726-ED4A-B3BB-2CD50B8D3791}">
      <dgm:prSet/>
      <dgm:spPr/>
      <dgm:t>
        <a:bodyPr/>
        <a:lstStyle/>
        <a:p>
          <a:endParaRPr lang="ru-RU"/>
        </a:p>
      </dgm:t>
    </dgm:pt>
    <dgm:pt modelId="{413060FC-BF7D-974E-9D46-453ACB046339}" type="pres">
      <dgm:prSet presAssocID="{146950C3-B67B-B145-8920-F92A1CEE3638}" presName="diagram" presStyleCnt="0">
        <dgm:presLayoutVars>
          <dgm:dir/>
          <dgm:resizeHandles val="exact"/>
        </dgm:presLayoutVars>
      </dgm:prSet>
      <dgm:spPr/>
    </dgm:pt>
    <dgm:pt modelId="{EC2B8CB4-91E3-6441-89EB-D4DE0CB73318}" type="pres">
      <dgm:prSet presAssocID="{8DEC1E8C-7F04-CF4D-960A-EBCB58FF268C}" presName="node" presStyleLbl="node1" presStyleIdx="0" presStyleCnt="1" custScaleX="581818">
        <dgm:presLayoutVars>
          <dgm:bulletEnabled val="1"/>
        </dgm:presLayoutVars>
      </dgm:prSet>
      <dgm:spPr/>
    </dgm:pt>
  </dgm:ptLst>
  <dgm:cxnLst>
    <dgm:cxn modelId="{BD3F5D0E-A1F5-CA4F-B06C-EA72FFCC0F7F}" type="presOf" srcId="{146950C3-B67B-B145-8920-F92A1CEE3638}" destId="{413060FC-BF7D-974E-9D46-453ACB046339}" srcOrd="0" destOrd="0" presId="urn:microsoft.com/office/officeart/2005/8/layout/default"/>
    <dgm:cxn modelId="{BCF2101D-03F8-BB4F-B9B3-B5663624F22D}" type="presOf" srcId="{8DEC1E8C-7F04-CF4D-960A-EBCB58FF268C}" destId="{EC2B8CB4-91E3-6441-89EB-D4DE0CB73318}" srcOrd="0" destOrd="0" presId="urn:microsoft.com/office/officeart/2005/8/layout/default"/>
    <dgm:cxn modelId="{221278D4-E726-ED4A-B3BB-2CD50B8D3791}" srcId="{146950C3-B67B-B145-8920-F92A1CEE3638}" destId="{8DEC1E8C-7F04-CF4D-960A-EBCB58FF268C}" srcOrd="0" destOrd="0" parTransId="{574DBDC1-3AFC-6341-AC5E-7342FEDE61AD}" sibTransId="{C03E9B3B-A630-A542-9E47-DA1112B8E992}"/>
    <dgm:cxn modelId="{381B7D3A-718D-A440-ABB9-61CFD638A242}" type="presParOf" srcId="{413060FC-BF7D-974E-9D46-453ACB046339}" destId="{EC2B8CB4-91E3-6441-89EB-D4DE0CB7331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AF65CCD-39C6-D942-8737-C55F6DAF8A5F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60E97F9-E6FF-5F40-9E83-03B6285B4659}">
      <dgm:prSet/>
      <dgm:spPr/>
      <dgm:t>
        <a:bodyPr/>
        <a:lstStyle/>
        <a:p>
          <a:pPr rtl="0"/>
          <a:r>
            <a:rPr lang="ru-RU" dirty="0"/>
            <a:t>Если в процессе работы в системе зарегистрировано </a:t>
          </a:r>
          <a:r>
            <a:rPr lang="ru-RU" dirty="0" err="1"/>
            <a:t>n</a:t>
          </a:r>
          <a:r>
            <a:rPr lang="ru-RU" dirty="0"/>
            <a:t> пользователей, то вы получите 1/</a:t>
          </a:r>
          <a:r>
            <a:rPr lang="en-US" dirty="0"/>
            <a:t>n </a:t>
          </a:r>
          <a:r>
            <a:rPr lang="ru-RU" dirty="0"/>
            <a:t> от мощности центрального процессора. Аналогично этому, в однопользовательской системе, имеющей </a:t>
          </a:r>
          <a:r>
            <a:rPr lang="en-US" dirty="0"/>
            <a:t>n</a:t>
          </a:r>
          <a:r>
            <a:rPr lang="ru-RU" dirty="0"/>
            <a:t> работающих процессов,</a:t>
          </a:r>
          <a:r>
            <a:rPr lang="en-US" dirty="0"/>
            <a:t> </a:t>
          </a:r>
          <a:r>
            <a:rPr lang="ru-RU" dirty="0"/>
            <a:t>при прочих равных условиях каждый из них получит 1/п от общего числа процессорных циклов. </a:t>
          </a:r>
        </a:p>
      </dgm:t>
    </dgm:pt>
    <dgm:pt modelId="{1B0B75EB-1017-4444-9740-5ACE1389C65F}" type="parTrans" cxnId="{D3F9C408-A861-8B44-B1FF-FFC0F7568DF8}">
      <dgm:prSet/>
      <dgm:spPr/>
      <dgm:t>
        <a:bodyPr/>
        <a:lstStyle/>
        <a:p>
          <a:endParaRPr lang="ru-RU"/>
        </a:p>
      </dgm:t>
    </dgm:pt>
    <dgm:pt modelId="{F00BBE12-6B7E-874B-A5BA-810ACA34F0AF}" type="sibTrans" cxnId="{D3F9C408-A861-8B44-B1FF-FFC0F7568DF8}">
      <dgm:prSet/>
      <dgm:spPr/>
      <dgm:t>
        <a:bodyPr/>
        <a:lstStyle/>
        <a:p>
          <a:endParaRPr lang="ru-RU"/>
        </a:p>
      </dgm:t>
    </dgm:pt>
    <dgm:pt modelId="{96A60C20-09A2-8745-A992-7D59D3890580}" type="pres">
      <dgm:prSet presAssocID="{9AF65CCD-39C6-D942-8737-C55F6DAF8A5F}" presName="diagram" presStyleCnt="0">
        <dgm:presLayoutVars>
          <dgm:dir/>
          <dgm:resizeHandles val="exact"/>
        </dgm:presLayoutVars>
      </dgm:prSet>
      <dgm:spPr/>
    </dgm:pt>
    <dgm:pt modelId="{5675C4D2-545D-8147-A62A-1908BAA4191A}" type="pres">
      <dgm:prSet presAssocID="{160E97F9-E6FF-5F40-9E83-03B6285B4659}" presName="node" presStyleLbl="node1" presStyleIdx="0" presStyleCnt="1" custScaleX="322013" custLinFactNeighborX="-3185" custLinFactNeighborY="-45467">
        <dgm:presLayoutVars>
          <dgm:bulletEnabled val="1"/>
        </dgm:presLayoutVars>
      </dgm:prSet>
      <dgm:spPr/>
    </dgm:pt>
  </dgm:ptLst>
  <dgm:cxnLst>
    <dgm:cxn modelId="{D3F9C408-A861-8B44-B1FF-FFC0F7568DF8}" srcId="{9AF65CCD-39C6-D942-8737-C55F6DAF8A5F}" destId="{160E97F9-E6FF-5F40-9E83-03B6285B4659}" srcOrd="0" destOrd="0" parTransId="{1B0B75EB-1017-4444-9740-5ACE1389C65F}" sibTransId="{F00BBE12-6B7E-874B-A5BA-810ACA34F0AF}"/>
    <dgm:cxn modelId="{4FD5B03F-29D9-794A-85C0-D0CAE67AE517}" type="presOf" srcId="{9AF65CCD-39C6-D942-8737-C55F6DAF8A5F}" destId="{96A60C20-09A2-8745-A992-7D59D3890580}" srcOrd="0" destOrd="0" presId="urn:microsoft.com/office/officeart/2005/8/layout/default"/>
    <dgm:cxn modelId="{83E2DFE3-EE73-E948-B994-26159D3C3DEF}" type="presOf" srcId="{160E97F9-E6FF-5F40-9E83-03B6285B4659}" destId="{5675C4D2-545D-8147-A62A-1908BAA4191A}" srcOrd="0" destOrd="0" presId="urn:microsoft.com/office/officeart/2005/8/layout/default"/>
    <dgm:cxn modelId="{BCA3736B-5B01-6547-864B-0FD62EB38DD0}" type="presParOf" srcId="{96A60C20-09A2-8745-A992-7D59D3890580}" destId="{5675C4D2-545D-8147-A62A-1908BAA4191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CD5A403-BFC6-4FFE-9FA7-1E887BBC834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1E281-9C31-4536-9013-A0DA83D5F98A}">
      <dgm:prSet phldrT="[Текст]" custT="1"/>
      <dgm:spPr/>
      <dgm:t>
        <a:bodyPr/>
        <a:lstStyle/>
        <a:p>
          <a:r>
            <a:rPr lang="ru-RU" sz="2400" dirty="0">
              <a:solidFill>
                <a:srgbClr val="FF0000"/>
              </a:solidFill>
            </a:rPr>
            <a:t>жесткие</a:t>
          </a:r>
        </a:p>
        <a:p>
          <a:r>
            <a:rPr lang="ru-RU" sz="1600" dirty="0"/>
            <a:t>  несоблюдение временных ограничений приводит к катастрофическим последствиям</a:t>
          </a:r>
        </a:p>
      </dgm:t>
    </dgm:pt>
    <dgm:pt modelId="{C1CB22DE-CC17-4305-AFB1-2F5C7655A714}" type="parTrans" cxnId="{E9EBC30A-7EEC-472A-953D-260B01C5F787}">
      <dgm:prSet/>
      <dgm:spPr/>
      <dgm:t>
        <a:bodyPr/>
        <a:lstStyle/>
        <a:p>
          <a:endParaRPr lang="ru-RU"/>
        </a:p>
      </dgm:t>
    </dgm:pt>
    <dgm:pt modelId="{A1740C35-E06E-4BC4-891A-002A210566E7}" type="sibTrans" cxnId="{E9EBC30A-7EEC-472A-953D-260B01C5F787}">
      <dgm:prSet/>
      <dgm:spPr/>
      <dgm:t>
        <a:bodyPr/>
        <a:lstStyle/>
        <a:p>
          <a:endParaRPr lang="ru-RU"/>
        </a:p>
      </dgm:t>
    </dgm:pt>
    <dgm:pt modelId="{8E266B52-F3B1-497D-BED1-90230411FE13}">
      <dgm:prSet custT="1"/>
      <dgm:spPr/>
      <dgm:t>
        <a:bodyPr/>
        <a:lstStyle/>
        <a:p>
          <a:r>
            <a:rPr lang="ru-RU" sz="2400" dirty="0">
              <a:solidFill>
                <a:srgbClr val="FF0000"/>
              </a:solidFill>
            </a:rPr>
            <a:t>гибкие</a:t>
          </a:r>
        </a:p>
        <a:p>
          <a:r>
            <a:rPr lang="ru-RU" sz="1700" dirty="0"/>
            <a:t> нарушения временного графика нежелательны, но допустимы</a:t>
          </a:r>
        </a:p>
      </dgm:t>
    </dgm:pt>
    <dgm:pt modelId="{FAE43E9B-A3CA-4587-AA20-395B662F2AAC}" type="parTrans" cxnId="{5DB8A2C6-4EFB-4C8A-8497-D5F34592C291}">
      <dgm:prSet/>
      <dgm:spPr/>
      <dgm:t>
        <a:bodyPr/>
        <a:lstStyle/>
        <a:p>
          <a:endParaRPr lang="ru-RU"/>
        </a:p>
      </dgm:t>
    </dgm:pt>
    <dgm:pt modelId="{33727D27-C267-42B5-BEA9-A8B7BCD1C73E}" type="sibTrans" cxnId="{5DB8A2C6-4EFB-4C8A-8497-D5F34592C291}">
      <dgm:prSet/>
      <dgm:spPr/>
      <dgm:t>
        <a:bodyPr/>
        <a:lstStyle/>
        <a:p>
          <a:endParaRPr lang="ru-RU"/>
        </a:p>
      </dgm:t>
    </dgm:pt>
    <dgm:pt modelId="{734059CA-618D-44D0-ACF4-BA7369E9130A}">
      <dgm:prSet phldrT="[Текст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ru-RU" sz="2400" dirty="0">
              <a:solidFill>
                <a:srgbClr val="800000"/>
              </a:solidFill>
            </a:rPr>
            <a:t>Системы реального времени </a:t>
          </a:r>
          <a:endParaRPr lang="ru-RU" sz="2400" u="none" baseline="0" dirty="0">
            <a:solidFill>
              <a:srgbClr val="800000"/>
            </a:solidFill>
          </a:endParaRPr>
        </a:p>
      </dgm:t>
    </dgm:pt>
    <dgm:pt modelId="{CF14DC41-CD9B-4997-8218-432BA0309365}" type="parTrans" cxnId="{A359212E-5873-4167-BA39-A6ECBE6C1989}">
      <dgm:prSet/>
      <dgm:spPr/>
      <dgm:t>
        <a:bodyPr/>
        <a:lstStyle/>
        <a:p>
          <a:endParaRPr lang="ru-RU"/>
        </a:p>
      </dgm:t>
    </dgm:pt>
    <dgm:pt modelId="{1CCFD52E-AC22-42D3-849D-2E75FEED9E6B}" type="sibTrans" cxnId="{A359212E-5873-4167-BA39-A6ECBE6C1989}">
      <dgm:prSet/>
      <dgm:spPr/>
      <dgm:t>
        <a:bodyPr/>
        <a:lstStyle/>
        <a:p>
          <a:endParaRPr lang="ru-RU"/>
        </a:p>
      </dgm:t>
    </dgm:pt>
    <dgm:pt modelId="{F3332FD5-ACB6-4DF7-A415-A78E226B6DA4}" type="pres">
      <dgm:prSet presAssocID="{0CD5A403-BFC6-4FFE-9FA7-1E887BBC83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194D10-090C-4724-8123-F3D47159076F}" type="pres">
      <dgm:prSet presAssocID="{734059CA-618D-44D0-ACF4-BA7369E9130A}" presName="hierRoot1" presStyleCnt="0"/>
      <dgm:spPr/>
    </dgm:pt>
    <dgm:pt modelId="{8E60C144-A802-4682-BA8F-8A1662662A57}" type="pres">
      <dgm:prSet presAssocID="{734059CA-618D-44D0-ACF4-BA7369E9130A}" presName="composite" presStyleCnt="0"/>
      <dgm:spPr/>
    </dgm:pt>
    <dgm:pt modelId="{A950C1A0-18E6-4667-9BC0-F12572CA2282}" type="pres">
      <dgm:prSet presAssocID="{734059CA-618D-44D0-ACF4-BA7369E9130A}" presName="background" presStyleLbl="node0" presStyleIdx="0" presStyleCnt="1"/>
      <dgm:spPr/>
    </dgm:pt>
    <dgm:pt modelId="{EE8C0E52-A46E-49D8-8C80-788DA986F0A1}" type="pres">
      <dgm:prSet presAssocID="{734059CA-618D-44D0-ACF4-BA7369E9130A}" presName="text" presStyleLbl="fgAcc0" presStyleIdx="0" presStyleCnt="1" custScaleX="175585" custScaleY="39667" custLinFactNeighborX="-1631" custLinFactNeighborY="-2064">
        <dgm:presLayoutVars>
          <dgm:chPref val="3"/>
        </dgm:presLayoutVars>
      </dgm:prSet>
      <dgm:spPr/>
    </dgm:pt>
    <dgm:pt modelId="{B8669F39-FD3F-4D9F-AAE5-84A03C3F3190}" type="pres">
      <dgm:prSet presAssocID="{734059CA-618D-44D0-ACF4-BA7369E9130A}" presName="hierChild2" presStyleCnt="0"/>
      <dgm:spPr/>
    </dgm:pt>
    <dgm:pt modelId="{822365DE-C72A-4DCA-AE85-9E8BB5671DDC}" type="pres">
      <dgm:prSet presAssocID="{C1CB22DE-CC17-4305-AFB1-2F5C7655A714}" presName="Name10" presStyleLbl="parChTrans1D2" presStyleIdx="0" presStyleCnt="2"/>
      <dgm:spPr/>
    </dgm:pt>
    <dgm:pt modelId="{A80A47B8-D685-40B8-B9DA-657E235CDC57}" type="pres">
      <dgm:prSet presAssocID="{B891E281-9C31-4536-9013-A0DA83D5F98A}" presName="hierRoot2" presStyleCnt="0"/>
      <dgm:spPr/>
    </dgm:pt>
    <dgm:pt modelId="{E609D769-E48B-49BA-A97B-B6882CF07718}" type="pres">
      <dgm:prSet presAssocID="{B891E281-9C31-4536-9013-A0DA83D5F98A}" presName="composite2" presStyleCnt="0"/>
      <dgm:spPr/>
    </dgm:pt>
    <dgm:pt modelId="{B24911D9-CCD4-4E7D-99A5-6BC048E17791}" type="pres">
      <dgm:prSet presAssocID="{B891E281-9C31-4536-9013-A0DA83D5F98A}" presName="background2" presStyleLbl="node2" presStyleIdx="0" presStyleCnt="2"/>
      <dgm:spPr/>
    </dgm:pt>
    <dgm:pt modelId="{A61DEAD3-6487-417E-8E77-1F95B3768ADF}" type="pres">
      <dgm:prSet presAssocID="{B891E281-9C31-4536-9013-A0DA83D5F98A}" presName="text2" presStyleLbl="fgAcc2" presStyleIdx="0" presStyleCnt="2" custScaleY="63014">
        <dgm:presLayoutVars>
          <dgm:chPref val="3"/>
        </dgm:presLayoutVars>
      </dgm:prSet>
      <dgm:spPr/>
    </dgm:pt>
    <dgm:pt modelId="{F7B680CA-E83E-449D-8E17-A4AC834BB8C1}" type="pres">
      <dgm:prSet presAssocID="{B891E281-9C31-4536-9013-A0DA83D5F98A}" presName="hierChild3" presStyleCnt="0"/>
      <dgm:spPr/>
    </dgm:pt>
    <dgm:pt modelId="{A4AF05B9-73D6-4EC9-80C8-8FC01E11E12D}" type="pres">
      <dgm:prSet presAssocID="{FAE43E9B-A3CA-4587-AA20-395B662F2AAC}" presName="Name10" presStyleLbl="parChTrans1D2" presStyleIdx="1" presStyleCnt="2"/>
      <dgm:spPr/>
    </dgm:pt>
    <dgm:pt modelId="{4B7E4510-8231-4D2B-B964-01BD6E105593}" type="pres">
      <dgm:prSet presAssocID="{8E266B52-F3B1-497D-BED1-90230411FE13}" presName="hierRoot2" presStyleCnt="0"/>
      <dgm:spPr/>
    </dgm:pt>
    <dgm:pt modelId="{EAE057A5-E214-41BC-9C8E-51BFA973EAA2}" type="pres">
      <dgm:prSet presAssocID="{8E266B52-F3B1-497D-BED1-90230411FE13}" presName="composite2" presStyleCnt="0"/>
      <dgm:spPr/>
    </dgm:pt>
    <dgm:pt modelId="{438874C7-2CF1-4094-A38F-5DC580AB4861}" type="pres">
      <dgm:prSet presAssocID="{8E266B52-F3B1-497D-BED1-90230411FE13}" presName="background2" presStyleLbl="node2" presStyleIdx="1" presStyleCnt="2"/>
      <dgm:spPr/>
    </dgm:pt>
    <dgm:pt modelId="{0358F9AD-53D5-482A-8882-572F7685DBF1}" type="pres">
      <dgm:prSet presAssocID="{8E266B52-F3B1-497D-BED1-90230411FE13}" presName="text2" presStyleLbl="fgAcc2" presStyleIdx="1" presStyleCnt="2" custScaleY="63014">
        <dgm:presLayoutVars>
          <dgm:chPref val="3"/>
        </dgm:presLayoutVars>
      </dgm:prSet>
      <dgm:spPr/>
    </dgm:pt>
    <dgm:pt modelId="{3CE095F0-C037-497A-A384-7333057A291D}" type="pres">
      <dgm:prSet presAssocID="{8E266B52-F3B1-497D-BED1-90230411FE13}" presName="hierChild3" presStyleCnt="0"/>
      <dgm:spPr/>
    </dgm:pt>
  </dgm:ptLst>
  <dgm:cxnLst>
    <dgm:cxn modelId="{E9EBC30A-7EEC-472A-953D-260B01C5F787}" srcId="{734059CA-618D-44D0-ACF4-BA7369E9130A}" destId="{B891E281-9C31-4536-9013-A0DA83D5F98A}" srcOrd="0" destOrd="0" parTransId="{C1CB22DE-CC17-4305-AFB1-2F5C7655A714}" sibTransId="{A1740C35-E06E-4BC4-891A-002A210566E7}"/>
    <dgm:cxn modelId="{C73B1915-80CD-4A61-AEFB-2B284E95E91E}" type="presOf" srcId="{734059CA-618D-44D0-ACF4-BA7369E9130A}" destId="{EE8C0E52-A46E-49D8-8C80-788DA986F0A1}" srcOrd="0" destOrd="0" presId="urn:microsoft.com/office/officeart/2005/8/layout/hierarchy1"/>
    <dgm:cxn modelId="{C2ED641C-B906-4027-83AE-9A1CA9F4FB32}" type="presOf" srcId="{B891E281-9C31-4536-9013-A0DA83D5F98A}" destId="{A61DEAD3-6487-417E-8E77-1F95B3768ADF}" srcOrd="0" destOrd="0" presId="urn:microsoft.com/office/officeart/2005/8/layout/hierarchy1"/>
    <dgm:cxn modelId="{A359212E-5873-4167-BA39-A6ECBE6C1989}" srcId="{0CD5A403-BFC6-4FFE-9FA7-1E887BBC8349}" destId="{734059CA-618D-44D0-ACF4-BA7369E9130A}" srcOrd="0" destOrd="0" parTransId="{CF14DC41-CD9B-4997-8218-432BA0309365}" sibTransId="{1CCFD52E-AC22-42D3-849D-2E75FEED9E6B}"/>
    <dgm:cxn modelId="{35B67A4B-2C87-4A58-BA40-8EC1FA7C2047}" type="presOf" srcId="{FAE43E9B-A3CA-4587-AA20-395B662F2AAC}" destId="{A4AF05B9-73D6-4EC9-80C8-8FC01E11E12D}" srcOrd="0" destOrd="0" presId="urn:microsoft.com/office/officeart/2005/8/layout/hierarchy1"/>
    <dgm:cxn modelId="{1BDC8DA5-463F-4A34-8253-D9CB9C8E0622}" type="presOf" srcId="{C1CB22DE-CC17-4305-AFB1-2F5C7655A714}" destId="{822365DE-C72A-4DCA-AE85-9E8BB5671DDC}" srcOrd="0" destOrd="0" presId="urn:microsoft.com/office/officeart/2005/8/layout/hierarchy1"/>
    <dgm:cxn modelId="{5DB8A2C6-4EFB-4C8A-8497-D5F34592C291}" srcId="{734059CA-618D-44D0-ACF4-BA7369E9130A}" destId="{8E266B52-F3B1-497D-BED1-90230411FE13}" srcOrd="1" destOrd="0" parTransId="{FAE43E9B-A3CA-4587-AA20-395B662F2AAC}" sibTransId="{33727D27-C267-42B5-BEA9-A8B7BCD1C73E}"/>
    <dgm:cxn modelId="{C9A573C7-A2A6-4052-8A8A-DBEB2BD3BF0F}" type="presOf" srcId="{0CD5A403-BFC6-4FFE-9FA7-1E887BBC8349}" destId="{F3332FD5-ACB6-4DF7-A415-A78E226B6DA4}" srcOrd="0" destOrd="0" presId="urn:microsoft.com/office/officeart/2005/8/layout/hierarchy1"/>
    <dgm:cxn modelId="{29C114E1-EFF9-4360-812E-7CCBEBCCDC1D}" type="presOf" srcId="{8E266B52-F3B1-497D-BED1-90230411FE13}" destId="{0358F9AD-53D5-482A-8882-572F7685DBF1}" srcOrd="0" destOrd="0" presId="urn:microsoft.com/office/officeart/2005/8/layout/hierarchy1"/>
    <dgm:cxn modelId="{683650D3-C26F-4551-A070-127DCF380D60}" type="presParOf" srcId="{F3332FD5-ACB6-4DF7-A415-A78E226B6DA4}" destId="{9A194D10-090C-4724-8123-F3D47159076F}" srcOrd="0" destOrd="0" presId="urn:microsoft.com/office/officeart/2005/8/layout/hierarchy1"/>
    <dgm:cxn modelId="{44BD87BE-3944-49A8-BC30-27362F85FBA9}" type="presParOf" srcId="{9A194D10-090C-4724-8123-F3D47159076F}" destId="{8E60C144-A802-4682-BA8F-8A1662662A57}" srcOrd="0" destOrd="0" presId="urn:microsoft.com/office/officeart/2005/8/layout/hierarchy1"/>
    <dgm:cxn modelId="{6ED8B577-86E3-4236-8C35-72E362F7A01B}" type="presParOf" srcId="{8E60C144-A802-4682-BA8F-8A1662662A57}" destId="{A950C1A0-18E6-4667-9BC0-F12572CA2282}" srcOrd="0" destOrd="0" presId="urn:microsoft.com/office/officeart/2005/8/layout/hierarchy1"/>
    <dgm:cxn modelId="{F491A479-ABC6-49D3-8A35-967CA979CEAC}" type="presParOf" srcId="{8E60C144-A802-4682-BA8F-8A1662662A57}" destId="{EE8C0E52-A46E-49D8-8C80-788DA986F0A1}" srcOrd="1" destOrd="0" presId="urn:microsoft.com/office/officeart/2005/8/layout/hierarchy1"/>
    <dgm:cxn modelId="{FE5AB813-3FC6-4DDE-8387-E11006D0EFB2}" type="presParOf" srcId="{9A194D10-090C-4724-8123-F3D47159076F}" destId="{B8669F39-FD3F-4D9F-AAE5-84A03C3F3190}" srcOrd="1" destOrd="0" presId="urn:microsoft.com/office/officeart/2005/8/layout/hierarchy1"/>
    <dgm:cxn modelId="{4B490682-89D6-45D2-9321-5235D1F1CFF1}" type="presParOf" srcId="{B8669F39-FD3F-4D9F-AAE5-84A03C3F3190}" destId="{822365DE-C72A-4DCA-AE85-9E8BB5671DDC}" srcOrd="0" destOrd="0" presId="urn:microsoft.com/office/officeart/2005/8/layout/hierarchy1"/>
    <dgm:cxn modelId="{B5087F06-7888-43AD-A1D8-BF01E3902B82}" type="presParOf" srcId="{B8669F39-FD3F-4D9F-AAE5-84A03C3F3190}" destId="{A80A47B8-D685-40B8-B9DA-657E235CDC57}" srcOrd="1" destOrd="0" presId="urn:microsoft.com/office/officeart/2005/8/layout/hierarchy1"/>
    <dgm:cxn modelId="{A306773A-C892-4925-8254-96A3F349799A}" type="presParOf" srcId="{A80A47B8-D685-40B8-B9DA-657E235CDC57}" destId="{E609D769-E48B-49BA-A97B-B6882CF07718}" srcOrd="0" destOrd="0" presId="urn:microsoft.com/office/officeart/2005/8/layout/hierarchy1"/>
    <dgm:cxn modelId="{17DC5CBD-6F51-4635-98DA-89612F7984AE}" type="presParOf" srcId="{E609D769-E48B-49BA-A97B-B6882CF07718}" destId="{B24911D9-CCD4-4E7D-99A5-6BC048E17791}" srcOrd="0" destOrd="0" presId="urn:microsoft.com/office/officeart/2005/8/layout/hierarchy1"/>
    <dgm:cxn modelId="{FD5153CE-0F15-4EE2-A213-1A59AF0107F2}" type="presParOf" srcId="{E609D769-E48B-49BA-A97B-B6882CF07718}" destId="{A61DEAD3-6487-417E-8E77-1F95B3768ADF}" srcOrd="1" destOrd="0" presId="urn:microsoft.com/office/officeart/2005/8/layout/hierarchy1"/>
    <dgm:cxn modelId="{E01D633D-7FA4-4A28-9FA1-1D1EF4FB34D5}" type="presParOf" srcId="{A80A47B8-D685-40B8-B9DA-657E235CDC57}" destId="{F7B680CA-E83E-449D-8E17-A4AC834BB8C1}" srcOrd="1" destOrd="0" presId="urn:microsoft.com/office/officeart/2005/8/layout/hierarchy1"/>
    <dgm:cxn modelId="{296AD348-5E65-4066-9507-A418DEB7A4AD}" type="presParOf" srcId="{B8669F39-FD3F-4D9F-AAE5-84A03C3F3190}" destId="{A4AF05B9-73D6-4EC9-80C8-8FC01E11E12D}" srcOrd="2" destOrd="0" presId="urn:microsoft.com/office/officeart/2005/8/layout/hierarchy1"/>
    <dgm:cxn modelId="{F33FF3EB-E59B-458E-9D4D-597EDBCECBF5}" type="presParOf" srcId="{B8669F39-FD3F-4D9F-AAE5-84A03C3F3190}" destId="{4B7E4510-8231-4D2B-B964-01BD6E105593}" srcOrd="3" destOrd="0" presId="urn:microsoft.com/office/officeart/2005/8/layout/hierarchy1"/>
    <dgm:cxn modelId="{CE269E9F-34A6-44C5-846D-60464E445EA3}" type="presParOf" srcId="{4B7E4510-8231-4D2B-B964-01BD6E105593}" destId="{EAE057A5-E214-41BC-9C8E-51BFA973EAA2}" srcOrd="0" destOrd="0" presId="urn:microsoft.com/office/officeart/2005/8/layout/hierarchy1"/>
    <dgm:cxn modelId="{208BC7AB-8620-4C5E-9190-E41E7D604C45}" type="presParOf" srcId="{EAE057A5-E214-41BC-9C8E-51BFA973EAA2}" destId="{438874C7-2CF1-4094-A38F-5DC580AB4861}" srcOrd="0" destOrd="0" presId="urn:microsoft.com/office/officeart/2005/8/layout/hierarchy1"/>
    <dgm:cxn modelId="{5C20FD12-6D38-4C01-8BC2-93FE502C0081}" type="presParOf" srcId="{EAE057A5-E214-41BC-9C8E-51BFA973EAA2}" destId="{0358F9AD-53D5-482A-8882-572F7685DBF1}" srcOrd="1" destOrd="0" presId="urn:microsoft.com/office/officeart/2005/8/layout/hierarchy1"/>
    <dgm:cxn modelId="{914187B5-8255-4B90-96E8-DA716D04874D}" type="presParOf" srcId="{4B7E4510-8231-4D2B-B964-01BD6E105593}" destId="{3CE095F0-C037-497A-A384-7333057A291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CD5A403-BFC6-4FFE-9FA7-1E887BBC834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1E281-9C31-4536-9013-A0DA83D5F98A}">
      <dgm:prSet phldrT="[Текст]" custT="1"/>
      <dgm:spPr/>
      <dgm:t>
        <a:bodyPr/>
        <a:lstStyle/>
        <a:p>
          <a:r>
            <a:rPr lang="ru-RU" sz="2400" dirty="0">
              <a:solidFill>
                <a:srgbClr val="FF0000"/>
              </a:solidFill>
            </a:rPr>
            <a:t>периодические</a:t>
          </a:r>
          <a:r>
            <a:rPr lang="ru-RU" sz="1900" dirty="0"/>
            <a:t> – начиная с момента первоначального запроса все будущие моменты возникновения задачи можно определить заранее</a:t>
          </a:r>
        </a:p>
      </dgm:t>
    </dgm:pt>
    <dgm:pt modelId="{C1CB22DE-CC17-4305-AFB1-2F5C7655A714}" type="parTrans" cxnId="{E9EBC30A-7EEC-472A-953D-260B01C5F787}">
      <dgm:prSet/>
      <dgm:spPr/>
      <dgm:t>
        <a:bodyPr/>
        <a:lstStyle/>
        <a:p>
          <a:endParaRPr lang="ru-RU"/>
        </a:p>
      </dgm:t>
    </dgm:pt>
    <dgm:pt modelId="{A1740C35-E06E-4BC4-891A-002A210566E7}" type="sibTrans" cxnId="{E9EBC30A-7EEC-472A-953D-260B01C5F787}">
      <dgm:prSet/>
      <dgm:spPr/>
      <dgm:t>
        <a:bodyPr/>
        <a:lstStyle/>
        <a:p>
          <a:endParaRPr lang="ru-RU"/>
        </a:p>
      </dgm:t>
    </dgm:pt>
    <dgm:pt modelId="{8E266B52-F3B1-497D-BED1-90230411FE13}">
      <dgm:prSet/>
      <dgm:spPr/>
      <dgm:t>
        <a:bodyPr/>
        <a:lstStyle/>
        <a:p>
          <a:r>
            <a:rPr lang="ru-RU" dirty="0">
              <a:solidFill>
                <a:srgbClr val="FF0000"/>
              </a:solidFill>
            </a:rPr>
            <a:t>спорадические</a:t>
          </a:r>
          <a:r>
            <a:rPr lang="ru-RU" dirty="0"/>
            <a:t>  - моменты возникновения запросов заранее  неизвестны </a:t>
          </a:r>
        </a:p>
      </dgm:t>
    </dgm:pt>
    <dgm:pt modelId="{FAE43E9B-A3CA-4587-AA20-395B662F2AAC}" type="parTrans" cxnId="{5DB8A2C6-4EFB-4C8A-8497-D5F34592C291}">
      <dgm:prSet/>
      <dgm:spPr/>
      <dgm:t>
        <a:bodyPr/>
        <a:lstStyle/>
        <a:p>
          <a:endParaRPr lang="ru-RU"/>
        </a:p>
      </dgm:t>
    </dgm:pt>
    <dgm:pt modelId="{33727D27-C267-42B5-BEA9-A8B7BCD1C73E}" type="sibTrans" cxnId="{5DB8A2C6-4EFB-4C8A-8497-D5F34592C291}">
      <dgm:prSet/>
      <dgm:spPr/>
      <dgm:t>
        <a:bodyPr/>
        <a:lstStyle/>
        <a:p>
          <a:endParaRPr lang="ru-RU"/>
        </a:p>
      </dgm:t>
    </dgm:pt>
    <dgm:pt modelId="{734059CA-618D-44D0-ACF4-BA7369E9130A}">
      <dgm:prSet phldrT="[Текст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ru-RU" sz="2400" dirty="0"/>
            <a:t>Внешние события</a:t>
          </a:r>
          <a:endParaRPr lang="ru-RU" sz="2400" u="none" baseline="0" dirty="0"/>
        </a:p>
      </dgm:t>
    </dgm:pt>
    <dgm:pt modelId="{CF14DC41-CD9B-4997-8218-432BA0309365}" type="parTrans" cxnId="{A359212E-5873-4167-BA39-A6ECBE6C1989}">
      <dgm:prSet/>
      <dgm:spPr/>
      <dgm:t>
        <a:bodyPr/>
        <a:lstStyle/>
        <a:p>
          <a:endParaRPr lang="ru-RU"/>
        </a:p>
      </dgm:t>
    </dgm:pt>
    <dgm:pt modelId="{1CCFD52E-AC22-42D3-849D-2E75FEED9E6B}" type="sibTrans" cxnId="{A359212E-5873-4167-BA39-A6ECBE6C1989}">
      <dgm:prSet/>
      <dgm:spPr/>
      <dgm:t>
        <a:bodyPr/>
        <a:lstStyle/>
        <a:p>
          <a:endParaRPr lang="ru-RU"/>
        </a:p>
      </dgm:t>
    </dgm:pt>
    <dgm:pt modelId="{F3332FD5-ACB6-4DF7-A415-A78E226B6DA4}" type="pres">
      <dgm:prSet presAssocID="{0CD5A403-BFC6-4FFE-9FA7-1E887BBC83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194D10-090C-4724-8123-F3D47159076F}" type="pres">
      <dgm:prSet presAssocID="{734059CA-618D-44D0-ACF4-BA7369E9130A}" presName="hierRoot1" presStyleCnt="0"/>
      <dgm:spPr/>
    </dgm:pt>
    <dgm:pt modelId="{8E60C144-A802-4682-BA8F-8A1662662A57}" type="pres">
      <dgm:prSet presAssocID="{734059CA-618D-44D0-ACF4-BA7369E9130A}" presName="composite" presStyleCnt="0"/>
      <dgm:spPr/>
    </dgm:pt>
    <dgm:pt modelId="{A950C1A0-18E6-4667-9BC0-F12572CA2282}" type="pres">
      <dgm:prSet presAssocID="{734059CA-618D-44D0-ACF4-BA7369E9130A}" presName="background" presStyleLbl="node0" presStyleIdx="0" presStyleCnt="1"/>
      <dgm:spPr/>
    </dgm:pt>
    <dgm:pt modelId="{EE8C0E52-A46E-49D8-8C80-788DA986F0A1}" type="pres">
      <dgm:prSet presAssocID="{734059CA-618D-44D0-ACF4-BA7369E9130A}" presName="text" presStyleLbl="fgAcc0" presStyleIdx="0" presStyleCnt="1" custScaleX="149649" custScaleY="43851" custLinFactNeighborX="1072" custLinFactNeighborY="-1062">
        <dgm:presLayoutVars>
          <dgm:chPref val="3"/>
        </dgm:presLayoutVars>
      </dgm:prSet>
      <dgm:spPr/>
    </dgm:pt>
    <dgm:pt modelId="{B8669F39-FD3F-4D9F-AAE5-84A03C3F3190}" type="pres">
      <dgm:prSet presAssocID="{734059CA-618D-44D0-ACF4-BA7369E9130A}" presName="hierChild2" presStyleCnt="0"/>
      <dgm:spPr/>
    </dgm:pt>
    <dgm:pt modelId="{822365DE-C72A-4DCA-AE85-9E8BB5671DDC}" type="pres">
      <dgm:prSet presAssocID="{C1CB22DE-CC17-4305-AFB1-2F5C7655A714}" presName="Name10" presStyleLbl="parChTrans1D2" presStyleIdx="0" presStyleCnt="2"/>
      <dgm:spPr/>
    </dgm:pt>
    <dgm:pt modelId="{A80A47B8-D685-40B8-B9DA-657E235CDC57}" type="pres">
      <dgm:prSet presAssocID="{B891E281-9C31-4536-9013-A0DA83D5F98A}" presName="hierRoot2" presStyleCnt="0"/>
      <dgm:spPr/>
    </dgm:pt>
    <dgm:pt modelId="{E609D769-E48B-49BA-A97B-B6882CF07718}" type="pres">
      <dgm:prSet presAssocID="{B891E281-9C31-4536-9013-A0DA83D5F98A}" presName="composite2" presStyleCnt="0"/>
      <dgm:spPr/>
    </dgm:pt>
    <dgm:pt modelId="{B24911D9-CCD4-4E7D-99A5-6BC048E17791}" type="pres">
      <dgm:prSet presAssocID="{B891E281-9C31-4536-9013-A0DA83D5F98A}" presName="background2" presStyleLbl="node2" presStyleIdx="0" presStyleCnt="2"/>
      <dgm:spPr/>
    </dgm:pt>
    <dgm:pt modelId="{A61DEAD3-6487-417E-8E77-1F95B3768ADF}" type="pres">
      <dgm:prSet presAssocID="{B891E281-9C31-4536-9013-A0DA83D5F98A}" presName="text2" presStyleLbl="fgAcc2" presStyleIdx="0" presStyleCnt="2" custScaleX="158054">
        <dgm:presLayoutVars>
          <dgm:chPref val="3"/>
        </dgm:presLayoutVars>
      </dgm:prSet>
      <dgm:spPr/>
    </dgm:pt>
    <dgm:pt modelId="{F7B680CA-E83E-449D-8E17-A4AC834BB8C1}" type="pres">
      <dgm:prSet presAssocID="{B891E281-9C31-4536-9013-A0DA83D5F98A}" presName="hierChild3" presStyleCnt="0"/>
      <dgm:spPr/>
    </dgm:pt>
    <dgm:pt modelId="{A4AF05B9-73D6-4EC9-80C8-8FC01E11E12D}" type="pres">
      <dgm:prSet presAssocID="{FAE43E9B-A3CA-4587-AA20-395B662F2AAC}" presName="Name10" presStyleLbl="parChTrans1D2" presStyleIdx="1" presStyleCnt="2"/>
      <dgm:spPr/>
    </dgm:pt>
    <dgm:pt modelId="{4B7E4510-8231-4D2B-B964-01BD6E105593}" type="pres">
      <dgm:prSet presAssocID="{8E266B52-F3B1-497D-BED1-90230411FE13}" presName="hierRoot2" presStyleCnt="0"/>
      <dgm:spPr/>
    </dgm:pt>
    <dgm:pt modelId="{EAE057A5-E214-41BC-9C8E-51BFA973EAA2}" type="pres">
      <dgm:prSet presAssocID="{8E266B52-F3B1-497D-BED1-90230411FE13}" presName="composite2" presStyleCnt="0"/>
      <dgm:spPr/>
    </dgm:pt>
    <dgm:pt modelId="{438874C7-2CF1-4094-A38F-5DC580AB4861}" type="pres">
      <dgm:prSet presAssocID="{8E266B52-F3B1-497D-BED1-90230411FE13}" presName="background2" presStyleLbl="node2" presStyleIdx="1" presStyleCnt="2"/>
      <dgm:spPr/>
    </dgm:pt>
    <dgm:pt modelId="{0358F9AD-53D5-482A-8882-572F7685DBF1}" type="pres">
      <dgm:prSet presAssocID="{8E266B52-F3B1-497D-BED1-90230411FE13}" presName="text2" presStyleLbl="fgAcc2" presStyleIdx="1" presStyleCnt="2" custScaleX="127949" custScaleY="86292">
        <dgm:presLayoutVars>
          <dgm:chPref val="3"/>
        </dgm:presLayoutVars>
      </dgm:prSet>
      <dgm:spPr/>
    </dgm:pt>
    <dgm:pt modelId="{3CE095F0-C037-497A-A384-7333057A291D}" type="pres">
      <dgm:prSet presAssocID="{8E266B52-F3B1-497D-BED1-90230411FE13}" presName="hierChild3" presStyleCnt="0"/>
      <dgm:spPr/>
    </dgm:pt>
  </dgm:ptLst>
  <dgm:cxnLst>
    <dgm:cxn modelId="{E9EBC30A-7EEC-472A-953D-260B01C5F787}" srcId="{734059CA-618D-44D0-ACF4-BA7369E9130A}" destId="{B891E281-9C31-4536-9013-A0DA83D5F98A}" srcOrd="0" destOrd="0" parTransId="{C1CB22DE-CC17-4305-AFB1-2F5C7655A714}" sibTransId="{A1740C35-E06E-4BC4-891A-002A210566E7}"/>
    <dgm:cxn modelId="{A359212E-5873-4167-BA39-A6ECBE6C1989}" srcId="{0CD5A403-BFC6-4FFE-9FA7-1E887BBC8349}" destId="{734059CA-618D-44D0-ACF4-BA7369E9130A}" srcOrd="0" destOrd="0" parTransId="{CF14DC41-CD9B-4997-8218-432BA0309365}" sibTransId="{1CCFD52E-AC22-42D3-849D-2E75FEED9E6B}"/>
    <dgm:cxn modelId="{97251A5F-16BF-48C0-A763-EB6820F157C0}" type="presOf" srcId="{FAE43E9B-A3CA-4587-AA20-395B662F2AAC}" destId="{A4AF05B9-73D6-4EC9-80C8-8FC01E11E12D}" srcOrd="0" destOrd="0" presId="urn:microsoft.com/office/officeart/2005/8/layout/hierarchy1"/>
    <dgm:cxn modelId="{7782966C-944B-4B35-AD5A-25C7BDF3D371}" type="presOf" srcId="{734059CA-618D-44D0-ACF4-BA7369E9130A}" destId="{EE8C0E52-A46E-49D8-8C80-788DA986F0A1}" srcOrd="0" destOrd="0" presId="urn:microsoft.com/office/officeart/2005/8/layout/hierarchy1"/>
    <dgm:cxn modelId="{34C47AC1-0613-4576-ADE9-D075FC0194B4}" type="presOf" srcId="{B891E281-9C31-4536-9013-A0DA83D5F98A}" destId="{A61DEAD3-6487-417E-8E77-1F95B3768ADF}" srcOrd="0" destOrd="0" presId="urn:microsoft.com/office/officeart/2005/8/layout/hierarchy1"/>
    <dgm:cxn modelId="{5DB8A2C6-4EFB-4C8A-8497-D5F34592C291}" srcId="{734059CA-618D-44D0-ACF4-BA7369E9130A}" destId="{8E266B52-F3B1-497D-BED1-90230411FE13}" srcOrd="1" destOrd="0" parTransId="{FAE43E9B-A3CA-4587-AA20-395B662F2AAC}" sibTransId="{33727D27-C267-42B5-BEA9-A8B7BCD1C73E}"/>
    <dgm:cxn modelId="{EE46DDD5-7BAA-4E20-B8CF-B4ABF8DB714F}" type="presOf" srcId="{0CD5A403-BFC6-4FFE-9FA7-1E887BBC8349}" destId="{F3332FD5-ACB6-4DF7-A415-A78E226B6DA4}" srcOrd="0" destOrd="0" presId="urn:microsoft.com/office/officeart/2005/8/layout/hierarchy1"/>
    <dgm:cxn modelId="{603E26E6-B7F3-4DDC-ADDE-86C1CFD252D3}" type="presOf" srcId="{8E266B52-F3B1-497D-BED1-90230411FE13}" destId="{0358F9AD-53D5-482A-8882-572F7685DBF1}" srcOrd="0" destOrd="0" presId="urn:microsoft.com/office/officeart/2005/8/layout/hierarchy1"/>
    <dgm:cxn modelId="{74C937F0-6058-4ED1-A544-881024B031FC}" type="presOf" srcId="{C1CB22DE-CC17-4305-AFB1-2F5C7655A714}" destId="{822365DE-C72A-4DCA-AE85-9E8BB5671DDC}" srcOrd="0" destOrd="0" presId="urn:microsoft.com/office/officeart/2005/8/layout/hierarchy1"/>
    <dgm:cxn modelId="{3CEFB03B-60AD-4587-9574-FDD5549237EB}" type="presParOf" srcId="{F3332FD5-ACB6-4DF7-A415-A78E226B6DA4}" destId="{9A194D10-090C-4724-8123-F3D47159076F}" srcOrd="0" destOrd="0" presId="urn:microsoft.com/office/officeart/2005/8/layout/hierarchy1"/>
    <dgm:cxn modelId="{885DB733-AA15-4273-B96C-29377DF71E24}" type="presParOf" srcId="{9A194D10-090C-4724-8123-F3D47159076F}" destId="{8E60C144-A802-4682-BA8F-8A1662662A57}" srcOrd="0" destOrd="0" presId="urn:microsoft.com/office/officeart/2005/8/layout/hierarchy1"/>
    <dgm:cxn modelId="{4BB050FC-B598-45E8-AF98-17F55EA1E39D}" type="presParOf" srcId="{8E60C144-A802-4682-BA8F-8A1662662A57}" destId="{A950C1A0-18E6-4667-9BC0-F12572CA2282}" srcOrd="0" destOrd="0" presId="urn:microsoft.com/office/officeart/2005/8/layout/hierarchy1"/>
    <dgm:cxn modelId="{60C4C832-03D4-41B4-87E0-18EF7FDCD286}" type="presParOf" srcId="{8E60C144-A802-4682-BA8F-8A1662662A57}" destId="{EE8C0E52-A46E-49D8-8C80-788DA986F0A1}" srcOrd="1" destOrd="0" presId="urn:microsoft.com/office/officeart/2005/8/layout/hierarchy1"/>
    <dgm:cxn modelId="{DCDE034E-778D-45FB-A53B-12656AA67C99}" type="presParOf" srcId="{9A194D10-090C-4724-8123-F3D47159076F}" destId="{B8669F39-FD3F-4D9F-AAE5-84A03C3F3190}" srcOrd="1" destOrd="0" presId="urn:microsoft.com/office/officeart/2005/8/layout/hierarchy1"/>
    <dgm:cxn modelId="{97DD2184-8750-4062-88D3-649F10E1286D}" type="presParOf" srcId="{B8669F39-FD3F-4D9F-AAE5-84A03C3F3190}" destId="{822365DE-C72A-4DCA-AE85-9E8BB5671DDC}" srcOrd="0" destOrd="0" presId="urn:microsoft.com/office/officeart/2005/8/layout/hierarchy1"/>
    <dgm:cxn modelId="{7A1CDEEF-CEF8-47A8-9BD1-C402A1AA7B53}" type="presParOf" srcId="{B8669F39-FD3F-4D9F-AAE5-84A03C3F3190}" destId="{A80A47B8-D685-40B8-B9DA-657E235CDC57}" srcOrd="1" destOrd="0" presId="urn:microsoft.com/office/officeart/2005/8/layout/hierarchy1"/>
    <dgm:cxn modelId="{066A7A47-B816-422D-B419-786191338AE1}" type="presParOf" srcId="{A80A47B8-D685-40B8-B9DA-657E235CDC57}" destId="{E609D769-E48B-49BA-A97B-B6882CF07718}" srcOrd="0" destOrd="0" presId="urn:microsoft.com/office/officeart/2005/8/layout/hierarchy1"/>
    <dgm:cxn modelId="{D48CE57B-2CED-4A1B-B02F-FC3567C0F5F1}" type="presParOf" srcId="{E609D769-E48B-49BA-A97B-B6882CF07718}" destId="{B24911D9-CCD4-4E7D-99A5-6BC048E17791}" srcOrd="0" destOrd="0" presId="urn:microsoft.com/office/officeart/2005/8/layout/hierarchy1"/>
    <dgm:cxn modelId="{D07F16DE-EB2D-45DE-A9EB-014115D05499}" type="presParOf" srcId="{E609D769-E48B-49BA-A97B-B6882CF07718}" destId="{A61DEAD3-6487-417E-8E77-1F95B3768ADF}" srcOrd="1" destOrd="0" presId="urn:microsoft.com/office/officeart/2005/8/layout/hierarchy1"/>
    <dgm:cxn modelId="{9D5BD50E-B2C4-40C1-9D75-783D12EF8531}" type="presParOf" srcId="{A80A47B8-D685-40B8-B9DA-657E235CDC57}" destId="{F7B680CA-E83E-449D-8E17-A4AC834BB8C1}" srcOrd="1" destOrd="0" presId="urn:microsoft.com/office/officeart/2005/8/layout/hierarchy1"/>
    <dgm:cxn modelId="{ABEBF764-CC5E-4BE3-8B3A-F786F33673A1}" type="presParOf" srcId="{B8669F39-FD3F-4D9F-AAE5-84A03C3F3190}" destId="{A4AF05B9-73D6-4EC9-80C8-8FC01E11E12D}" srcOrd="2" destOrd="0" presId="urn:microsoft.com/office/officeart/2005/8/layout/hierarchy1"/>
    <dgm:cxn modelId="{A0DF391C-A828-44D8-AF17-C013767F2C44}" type="presParOf" srcId="{B8669F39-FD3F-4D9F-AAE5-84A03C3F3190}" destId="{4B7E4510-8231-4D2B-B964-01BD6E105593}" srcOrd="3" destOrd="0" presId="urn:microsoft.com/office/officeart/2005/8/layout/hierarchy1"/>
    <dgm:cxn modelId="{3939B255-2DF6-45EC-921A-83A54CF672B9}" type="presParOf" srcId="{4B7E4510-8231-4D2B-B964-01BD6E105593}" destId="{EAE057A5-E214-41BC-9C8E-51BFA973EAA2}" srcOrd="0" destOrd="0" presId="urn:microsoft.com/office/officeart/2005/8/layout/hierarchy1"/>
    <dgm:cxn modelId="{24B2901B-3CF7-4FC7-B849-5CE18B587FDD}" type="presParOf" srcId="{EAE057A5-E214-41BC-9C8E-51BFA973EAA2}" destId="{438874C7-2CF1-4094-A38F-5DC580AB4861}" srcOrd="0" destOrd="0" presId="urn:microsoft.com/office/officeart/2005/8/layout/hierarchy1"/>
    <dgm:cxn modelId="{B081B529-422D-4C1F-ACC9-CB0A4989D029}" type="presParOf" srcId="{EAE057A5-E214-41BC-9C8E-51BFA973EAA2}" destId="{0358F9AD-53D5-482A-8882-572F7685DBF1}" srcOrd="1" destOrd="0" presId="urn:microsoft.com/office/officeart/2005/8/layout/hierarchy1"/>
    <dgm:cxn modelId="{006797F1-FF23-4F59-BD7D-9133B1F73146}" type="presParOf" srcId="{4B7E4510-8231-4D2B-B964-01BD6E105593}" destId="{3CE095F0-C037-497A-A384-7333057A291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CD5A403-BFC6-4FFE-9FA7-1E887BBC834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1E281-9C31-4536-9013-A0DA83D5F98A}">
      <dgm:prSet phldrT="[Текст]" custT="1"/>
      <dgm:spPr/>
      <dgm:t>
        <a:bodyPr/>
        <a:lstStyle/>
        <a:p>
          <a:r>
            <a:rPr lang="ru-RU" sz="2400" dirty="0">
              <a:solidFill>
                <a:srgbClr val="FF0000"/>
              </a:solidFill>
            </a:rPr>
            <a:t>независимые</a:t>
          </a:r>
        </a:p>
      </dgm:t>
    </dgm:pt>
    <dgm:pt modelId="{C1CB22DE-CC17-4305-AFB1-2F5C7655A714}" type="parTrans" cxnId="{E9EBC30A-7EEC-472A-953D-260B01C5F787}">
      <dgm:prSet/>
      <dgm:spPr/>
      <dgm:t>
        <a:bodyPr/>
        <a:lstStyle/>
        <a:p>
          <a:endParaRPr lang="ru-RU"/>
        </a:p>
      </dgm:t>
    </dgm:pt>
    <dgm:pt modelId="{A1740C35-E06E-4BC4-891A-002A210566E7}" type="sibTrans" cxnId="{E9EBC30A-7EEC-472A-953D-260B01C5F787}">
      <dgm:prSet/>
      <dgm:spPr/>
      <dgm:t>
        <a:bodyPr/>
        <a:lstStyle/>
        <a:p>
          <a:endParaRPr lang="ru-RU"/>
        </a:p>
      </dgm:t>
    </dgm:pt>
    <dgm:pt modelId="{8E266B52-F3B1-497D-BED1-90230411FE13}">
      <dgm:prSet custT="1"/>
      <dgm:spPr/>
      <dgm:t>
        <a:bodyPr/>
        <a:lstStyle/>
        <a:p>
          <a:r>
            <a:rPr lang="ru-RU" sz="2400" dirty="0">
              <a:solidFill>
                <a:srgbClr val="FF0000"/>
              </a:solidFill>
            </a:rPr>
            <a:t>взаимосвязанные</a:t>
          </a:r>
        </a:p>
      </dgm:t>
    </dgm:pt>
    <dgm:pt modelId="{FAE43E9B-A3CA-4587-AA20-395B662F2AAC}" type="parTrans" cxnId="{5DB8A2C6-4EFB-4C8A-8497-D5F34592C291}">
      <dgm:prSet/>
      <dgm:spPr/>
      <dgm:t>
        <a:bodyPr/>
        <a:lstStyle/>
        <a:p>
          <a:endParaRPr lang="ru-RU"/>
        </a:p>
      </dgm:t>
    </dgm:pt>
    <dgm:pt modelId="{33727D27-C267-42B5-BEA9-A8B7BCD1C73E}" type="sibTrans" cxnId="{5DB8A2C6-4EFB-4C8A-8497-D5F34592C291}">
      <dgm:prSet/>
      <dgm:spPr/>
      <dgm:t>
        <a:bodyPr/>
        <a:lstStyle/>
        <a:p>
          <a:endParaRPr lang="ru-RU"/>
        </a:p>
      </dgm:t>
    </dgm:pt>
    <dgm:pt modelId="{734059CA-618D-44D0-ACF4-BA7369E9130A}">
      <dgm:prSet phldrT="[Текст]"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ru-RU" sz="2400" u="none" baseline="0" dirty="0"/>
            <a:t>Задачи</a:t>
          </a:r>
        </a:p>
      </dgm:t>
    </dgm:pt>
    <dgm:pt modelId="{CF14DC41-CD9B-4997-8218-432BA0309365}" type="parTrans" cxnId="{A359212E-5873-4167-BA39-A6ECBE6C1989}">
      <dgm:prSet/>
      <dgm:spPr/>
      <dgm:t>
        <a:bodyPr/>
        <a:lstStyle/>
        <a:p>
          <a:endParaRPr lang="ru-RU"/>
        </a:p>
      </dgm:t>
    </dgm:pt>
    <dgm:pt modelId="{1CCFD52E-AC22-42D3-849D-2E75FEED9E6B}" type="sibTrans" cxnId="{A359212E-5873-4167-BA39-A6ECBE6C1989}">
      <dgm:prSet/>
      <dgm:spPr/>
      <dgm:t>
        <a:bodyPr/>
        <a:lstStyle/>
        <a:p>
          <a:endParaRPr lang="ru-RU"/>
        </a:p>
      </dgm:t>
    </dgm:pt>
    <dgm:pt modelId="{F3332FD5-ACB6-4DF7-A415-A78E226B6DA4}" type="pres">
      <dgm:prSet presAssocID="{0CD5A403-BFC6-4FFE-9FA7-1E887BBC83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194D10-090C-4724-8123-F3D47159076F}" type="pres">
      <dgm:prSet presAssocID="{734059CA-618D-44D0-ACF4-BA7369E9130A}" presName="hierRoot1" presStyleCnt="0"/>
      <dgm:spPr/>
    </dgm:pt>
    <dgm:pt modelId="{8E60C144-A802-4682-BA8F-8A1662662A57}" type="pres">
      <dgm:prSet presAssocID="{734059CA-618D-44D0-ACF4-BA7369E9130A}" presName="composite" presStyleCnt="0"/>
      <dgm:spPr/>
    </dgm:pt>
    <dgm:pt modelId="{A950C1A0-18E6-4667-9BC0-F12572CA2282}" type="pres">
      <dgm:prSet presAssocID="{734059CA-618D-44D0-ACF4-BA7369E9130A}" presName="background" presStyleLbl="node0" presStyleIdx="0" presStyleCnt="1"/>
      <dgm:spPr/>
    </dgm:pt>
    <dgm:pt modelId="{EE8C0E52-A46E-49D8-8C80-788DA986F0A1}" type="pres">
      <dgm:prSet presAssocID="{734059CA-618D-44D0-ACF4-BA7369E9130A}" presName="text" presStyleLbl="fgAcc0" presStyleIdx="0" presStyleCnt="1" custScaleX="149649" custScaleY="43851" custLinFactNeighborX="26" custLinFactNeighborY="-4876">
        <dgm:presLayoutVars>
          <dgm:chPref val="3"/>
        </dgm:presLayoutVars>
      </dgm:prSet>
      <dgm:spPr/>
    </dgm:pt>
    <dgm:pt modelId="{B8669F39-FD3F-4D9F-AAE5-84A03C3F3190}" type="pres">
      <dgm:prSet presAssocID="{734059CA-618D-44D0-ACF4-BA7369E9130A}" presName="hierChild2" presStyleCnt="0"/>
      <dgm:spPr/>
    </dgm:pt>
    <dgm:pt modelId="{822365DE-C72A-4DCA-AE85-9E8BB5671DDC}" type="pres">
      <dgm:prSet presAssocID="{C1CB22DE-CC17-4305-AFB1-2F5C7655A714}" presName="Name10" presStyleLbl="parChTrans1D2" presStyleIdx="0" presStyleCnt="2"/>
      <dgm:spPr/>
    </dgm:pt>
    <dgm:pt modelId="{A80A47B8-D685-40B8-B9DA-657E235CDC57}" type="pres">
      <dgm:prSet presAssocID="{B891E281-9C31-4536-9013-A0DA83D5F98A}" presName="hierRoot2" presStyleCnt="0"/>
      <dgm:spPr/>
    </dgm:pt>
    <dgm:pt modelId="{E609D769-E48B-49BA-A97B-B6882CF07718}" type="pres">
      <dgm:prSet presAssocID="{B891E281-9C31-4536-9013-A0DA83D5F98A}" presName="composite2" presStyleCnt="0"/>
      <dgm:spPr/>
    </dgm:pt>
    <dgm:pt modelId="{B24911D9-CCD4-4E7D-99A5-6BC048E17791}" type="pres">
      <dgm:prSet presAssocID="{B891E281-9C31-4536-9013-A0DA83D5F98A}" presName="background2" presStyleLbl="node2" presStyleIdx="0" presStyleCnt="2"/>
      <dgm:spPr/>
    </dgm:pt>
    <dgm:pt modelId="{A61DEAD3-6487-417E-8E77-1F95B3768ADF}" type="pres">
      <dgm:prSet presAssocID="{B891E281-9C31-4536-9013-A0DA83D5F98A}" presName="text2" presStyleLbl="fgAcc2" presStyleIdx="0" presStyleCnt="2" custScaleX="158054" custScaleY="29695">
        <dgm:presLayoutVars>
          <dgm:chPref val="3"/>
        </dgm:presLayoutVars>
      </dgm:prSet>
      <dgm:spPr/>
    </dgm:pt>
    <dgm:pt modelId="{F7B680CA-E83E-449D-8E17-A4AC834BB8C1}" type="pres">
      <dgm:prSet presAssocID="{B891E281-9C31-4536-9013-A0DA83D5F98A}" presName="hierChild3" presStyleCnt="0"/>
      <dgm:spPr/>
    </dgm:pt>
    <dgm:pt modelId="{A4AF05B9-73D6-4EC9-80C8-8FC01E11E12D}" type="pres">
      <dgm:prSet presAssocID="{FAE43E9B-A3CA-4587-AA20-395B662F2AAC}" presName="Name10" presStyleLbl="parChTrans1D2" presStyleIdx="1" presStyleCnt="2"/>
      <dgm:spPr/>
    </dgm:pt>
    <dgm:pt modelId="{4B7E4510-8231-4D2B-B964-01BD6E105593}" type="pres">
      <dgm:prSet presAssocID="{8E266B52-F3B1-497D-BED1-90230411FE13}" presName="hierRoot2" presStyleCnt="0"/>
      <dgm:spPr/>
    </dgm:pt>
    <dgm:pt modelId="{EAE057A5-E214-41BC-9C8E-51BFA973EAA2}" type="pres">
      <dgm:prSet presAssocID="{8E266B52-F3B1-497D-BED1-90230411FE13}" presName="composite2" presStyleCnt="0"/>
      <dgm:spPr/>
    </dgm:pt>
    <dgm:pt modelId="{438874C7-2CF1-4094-A38F-5DC580AB4861}" type="pres">
      <dgm:prSet presAssocID="{8E266B52-F3B1-497D-BED1-90230411FE13}" presName="background2" presStyleLbl="node2" presStyleIdx="1" presStyleCnt="2"/>
      <dgm:spPr/>
    </dgm:pt>
    <dgm:pt modelId="{0358F9AD-53D5-482A-8882-572F7685DBF1}" type="pres">
      <dgm:prSet presAssocID="{8E266B52-F3B1-497D-BED1-90230411FE13}" presName="text2" presStyleLbl="fgAcc2" presStyleIdx="1" presStyleCnt="2" custScaleX="120698" custScaleY="29695">
        <dgm:presLayoutVars>
          <dgm:chPref val="3"/>
        </dgm:presLayoutVars>
      </dgm:prSet>
      <dgm:spPr/>
    </dgm:pt>
    <dgm:pt modelId="{3CE095F0-C037-497A-A384-7333057A291D}" type="pres">
      <dgm:prSet presAssocID="{8E266B52-F3B1-497D-BED1-90230411FE13}" presName="hierChild3" presStyleCnt="0"/>
      <dgm:spPr/>
    </dgm:pt>
  </dgm:ptLst>
  <dgm:cxnLst>
    <dgm:cxn modelId="{E9EBC30A-7EEC-472A-953D-260B01C5F787}" srcId="{734059CA-618D-44D0-ACF4-BA7369E9130A}" destId="{B891E281-9C31-4536-9013-A0DA83D5F98A}" srcOrd="0" destOrd="0" parTransId="{C1CB22DE-CC17-4305-AFB1-2F5C7655A714}" sibTransId="{A1740C35-E06E-4BC4-891A-002A210566E7}"/>
    <dgm:cxn modelId="{AEE79620-33DD-1F47-8776-2ABCDE451073}" type="presOf" srcId="{FAE43E9B-A3CA-4587-AA20-395B662F2AAC}" destId="{A4AF05B9-73D6-4EC9-80C8-8FC01E11E12D}" srcOrd="0" destOrd="0" presId="urn:microsoft.com/office/officeart/2005/8/layout/hierarchy1"/>
    <dgm:cxn modelId="{A359212E-5873-4167-BA39-A6ECBE6C1989}" srcId="{0CD5A403-BFC6-4FFE-9FA7-1E887BBC8349}" destId="{734059CA-618D-44D0-ACF4-BA7369E9130A}" srcOrd="0" destOrd="0" parTransId="{CF14DC41-CD9B-4997-8218-432BA0309365}" sibTransId="{1CCFD52E-AC22-42D3-849D-2E75FEED9E6B}"/>
    <dgm:cxn modelId="{FCC46938-9B4C-D742-8E02-9BF99A43ECF3}" type="presOf" srcId="{B891E281-9C31-4536-9013-A0DA83D5F98A}" destId="{A61DEAD3-6487-417E-8E77-1F95B3768ADF}" srcOrd="0" destOrd="0" presId="urn:microsoft.com/office/officeart/2005/8/layout/hierarchy1"/>
    <dgm:cxn modelId="{654DF56C-C1AD-1144-9C9A-E8DFA076411D}" type="presOf" srcId="{8E266B52-F3B1-497D-BED1-90230411FE13}" destId="{0358F9AD-53D5-482A-8882-572F7685DBF1}" srcOrd="0" destOrd="0" presId="urn:microsoft.com/office/officeart/2005/8/layout/hierarchy1"/>
    <dgm:cxn modelId="{6431EE9B-AEEC-994D-B184-4E711C0A77D9}" type="presOf" srcId="{C1CB22DE-CC17-4305-AFB1-2F5C7655A714}" destId="{822365DE-C72A-4DCA-AE85-9E8BB5671DDC}" srcOrd="0" destOrd="0" presId="urn:microsoft.com/office/officeart/2005/8/layout/hierarchy1"/>
    <dgm:cxn modelId="{8D6887C0-8DAB-3548-A2AA-B493CB4862B7}" type="presOf" srcId="{734059CA-618D-44D0-ACF4-BA7369E9130A}" destId="{EE8C0E52-A46E-49D8-8C80-788DA986F0A1}" srcOrd="0" destOrd="0" presId="urn:microsoft.com/office/officeart/2005/8/layout/hierarchy1"/>
    <dgm:cxn modelId="{5DB8A2C6-4EFB-4C8A-8497-D5F34592C291}" srcId="{734059CA-618D-44D0-ACF4-BA7369E9130A}" destId="{8E266B52-F3B1-497D-BED1-90230411FE13}" srcOrd="1" destOrd="0" parTransId="{FAE43E9B-A3CA-4587-AA20-395B662F2AAC}" sibTransId="{33727D27-C267-42B5-BEA9-A8B7BCD1C73E}"/>
    <dgm:cxn modelId="{74F5A1DF-73EF-0A4A-A217-B3BD3D7137DD}" type="presOf" srcId="{0CD5A403-BFC6-4FFE-9FA7-1E887BBC8349}" destId="{F3332FD5-ACB6-4DF7-A415-A78E226B6DA4}" srcOrd="0" destOrd="0" presId="urn:microsoft.com/office/officeart/2005/8/layout/hierarchy1"/>
    <dgm:cxn modelId="{F333914A-B6DB-1D4F-B032-362D6E6A9823}" type="presParOf" srcId="{F3332FD5-ACB6-4DF7-A415-A78E226B6DA4}" destId="{9A194D10-090C-4724-8123-F3D47159076F}" srcOrd="0" destOrd="0" presId="urn:microsoft.com/office/officeart/2005/8/layout/hierarchy1"/>
    <dgm:cxn modelId="{AA86D072-56BB-3449-9E76-413A340CE01F}" type="presParOf" srcId="{9A194D10-090C-4724-8123-F3D47159076F}" destId="{8E60C144-A802-4682-BA8F-8A1662662A57}" srcOrd="0" destOrd="0" presId="urn:microsoft.com/office/officeart/2005/8/layout/hierarchy1"/>
    <dgm:cxn modelId="{2C2FAECA-4BED-214B-BCAF-8091865C257A}" type="presParOf" srcId="{8E60C144-A802-4682-BA8F-8A1662662A57}" destId="{A950C1A0-18E6-4667-9BC0-F12572CA2282}" srcOrd="0" destOrd="0" presId="urn:microsoft.com/office/officeart/2005/8/layout/hierarchy1"/>
    <dgm:cxn modelId="{B0A4BD93-CB56-9F4D-BDB3-1836C2251EF7}" type="presParOf" srcId="{8E60C144-A802-4682-BA8F-8A1662662A57}" destId="{EE8C0E52-A46E-49D8-8C80-788DA986F0A1}" srcOrd="1" destOrd="0" presId="urn:microsoft.com/office/officeart/2005/8/layout/hierarchy1"/>
    <dgm:cxn modelId="{56C10173-A4ED-404C-96BE-277364D714E5}" type="presParOf" srcId="{9A194D10-090C-4724-8123-F3D47159076F}" destId="{B8669F39-FD3F-4D9F-AAE5-84A03C3F3190}" srcOrd="1" destOrd="0" presId="urn:microsoft.com/office/officeart/2005/8/layout/hierarchy1"/>
    <dgm:cxn modelId="{DAB94204-FFE8-B945-86EF-281D4C52310D}" type="presParOf" srcId="{B8669F39-FD3F-4D9F-AAE5-84A03C3F3190}" destId="{822365DE-C72A-4DCA-AE85-9E8BB5671DDC}" srcOrd="0" destOrd="0" presId="urn:microsoft.com/office/officeart/2005/8/layout/hierarchy1"/>
    <dgm:cxn modelId="{04A2D605-ED4E-7649-9FC4-A1597C9B29D2}" type="presParOf" srcId="{B8669F39-FD3F-4D9F-AAE5-84A03C3F3190}" destId="{A80A47B8-D685-40B8-B9DA-657E235CDC57}" srcOrd="1" destOrd="0" presId="urn:microsoft.com/office/officeart/2005/8/layout/hierarchy1"/>
    <dgm:cxn modelId="{778A68B4-EE72-444F-8023-D3916401D233}" type="presParOf" srcId="{A80A47B8-D685-40B8-B9DA-657E235CDC57}" destId="{E609D769-E48B-49BA-A97B-B6882CF07718}" srcOrd="0" destOrd="0" presId="urn:microsoft.com/office/officeart/2005/8/layout/hierarchy1"/>
    <dgm:cxn modelId="{1CEFF921-6E2F-E44D-8394-564055B30EFB}" type="presParOf" srcId="{E609D769-E48B-49BA-A97B-B6882CF07718}" destId="{B24911D9-CCD4-4E7D-99A5-6BC048E17791}" srcOrd="0" destOrd="0" presId="urn:microsoft.com/office/officeart/2005/8/layout/hierarchy1"/>
    <dgm:cxn modelId="{6F5AE089-B3B7-8C4D-BC56-359707DCA7A7}" type="presParOf" srcId="{E609D769-E48B-49BA-A97B-B6882CF07718}" destId="{A61DEAD3-6487-417E-8E77-1F95B3768ADF}" srcOrd="1" destOrd="0" presId="urn:microsoft.com/office/officeart/2005/8/layout/hierarchy1"/>
    <dgm:cxn modelId="{A9A92A14-7E9E-D54A-A91D-6B3548E61366}" type="presParOf" srcId="{A80A47B8-D685-40B8-B9DA-657E235CDC57}" destId="{F7B680CA-E83E-449D-8E17-A4AC834BB8C1}" srcOrd="1" destOrd="0" presId="urn:microsoft.com/office/officeart/2005/8/layout/hierarchy1"/>
    <dgm:cxn modelId="{6E9FAF31-4E66-0E4B-B78E-75F4181C0C64}" type="presParOf" srcId="{B8669F39-FD3F-4D9F-AAE5-84A03C3F3190}" destId="{A4AF05B9-73D6-4EC9-80C8-8FC01E11E12D}" srcOrd="2" destOrd="0" presId="urn:microsoft.com/office/officeart/2005/8/layout/hierarchy1"/>
    <dgm:cxn modelId="{826C1250-542B-DF4F-9DAE-E248FF641FB1}" type="presParOf" srcId="{B8669F39-FD3F-4D9F-AAE5-84A03C3F3190}" destId="{4B7E4510-8231-4D2B-B964-01BD6E105593}" srcOrd="3" destOrd="0" presId="urn:microsoft.com/office/officeart/2005/8/layout/hierarchy1"/>
    <dgm:cxn modelId="{90D00F4E-036A-7F4F-8FC9-E8D0A66C6F16}" type="presParOf" srcId="{4B7E4510-8231-4D2B-B964-01BD6E105593}" destId="{EAE057A5-E214-41BC-9C8E-51BFA973EAA2}" srcOrd="0" destOrd="0" presId="urn:microsoft.com/office/officeart/2005/8/layout/hierarchy1"/>
    <dgm:cxn modelId="{3D0638FF-1897-234F-9D23-D84DAA9EFE58}" type="presParOf" srcId="{EAE057A5-E214-41BC-9C8E-51BFA973EAA2}" destId="{438874C7-2CF1-4094-A38F-5DC580AB4861}" srcOrd="0" destOrd="0" presId="urn:microsoft.com/office/officeart/2005/8/layout/hierarchy1"/>
    <dgm:cxn modelId="{F035E111-BE49-E445-9CE9-10B069DA27F8}" type="presParOf" srcId="{EAE057A5-E214-41BC-9C8E-51BFA973EAA2}" destId="{0358F9AD-53D5-482A-8882-572F7685DBF1}" srcOrd="1" destOrd="0" presId="urn:microsoft.com/office/officeart/2005/8/layout/hierarchy1"/>
    <dgm:cxn modelId="{104F7302-0686-B040-AA36-16FCB1964452}" type="presParOf" srcId="{4B7E4510-8231-4D2B-B964-01BD6E105593}" destId="{3CE095F0-C037-497A-A384-7333057A291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649F883-FD55-534A-8A00-C84A46977F9B}" type="doc">
      <dgm:prSet loTypeId="urn:microsoft.com/office/officeart/2005/8/layout/hierarchy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5DB46A7-13C3-3C49-874B-35630C3D871A}">
      <dgm:prSet/>
      <dgm:spPr/>
      <dgm:t>
        <a:bodyPr/>
        <a:lstStyle/>
        <a:p>
          <a:pPr rtl="0"/>
          <a:r>
            <a:rPr lang="ru-RU" dirty="0"/>
            <a:t>Потребность в синхронизации потоков возникает только в мультипрограммной операционной системе и связана с совместным использованием аппаратных и информационных ресурсов вычислительной системы</a:t>
          </a:r>
        </a:p>
      </dgm:t>
    </dgm:pt>
    <dgm:pt modelId="{3970707D-9C53-C14B-B8C0-C055FBAC8BC6}" type="parTrans" cxnId="{C6EDB470-E02B-E24F-9C64-C1A4DDB2E749}">
      <dgm:prSet/>
      <dgm:spPr/>
      <dgm:t>
        <a:bodyPr/>
        <a:lstStyle/>
        <a:p>
          <a:endParaRPr lang="ru-RU"/>
        </a:p>
      </dgm:t>
    </dgm:pt>
    <dgm:pt modelId="{2A687E6A-1996-5046-9053-3AB34CC71CF5}" type="sibTrans" cxnId="{C6EDB470-E02B-E24F-9C64-C1A4DDB2E749}">
      <dgm:prSet/>
      <dgm:spPr/>
      <dgm:t>
        <a:bodyPr/>
        <a:lstStyle/>
        <a:p>
          <a:endParaRPr lang="ru-RU"/>
        </a:p>
      </dgm:t>
    </dgm:pt>
    <dgm:pt modelId="{32A60462-CDF8-224F-8B6F-3AA5F39FD4F0}" type="pres">
      <dgm:prSet presAssocID="{4649F883-FD55-534A-8A00-C84A46977F9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8BA970-10A9-9549-B12B-0EDC0F2DBD77}" type="pres">
      <dgm:prSet presAssocID="{35DB46A7-13C3-3C49-874B-35630C3D871A}" presName="vertOne" presStyleCnt="0"/>
      <dgm:spPr/>
    </dgm:pt>
    <dgm:pt modelId="{2CD56F6C-26F7-C94B-AED3-F8B2BAB6F5C6}" type="pres">
      <dgm:prSet presAssocID="{35DB46A7-13C3-3C49-874B-35630C3D871A}" presName="txOne" presStyleLbl="node0" presStyleIdx="0" presStyleCnt="1">
        <dgm:presLayoutVars>
          <dgm:chPref val="3"/>
        </dgm:presLayoutVars>
      </dgm:prSet>
      <dgm:spPr/>
    </dgm:pt>
    <dgm:pt modelId="{778B8BA9-0B3B-1947-8FBA-78B24AF2FE6C}" type="pres">
      <dgm:prSet presAssocID="{35DB46A7-13C3-3C49-874B-35630C3D871A}" presName="horzOne" presStyleCnt="0"/>
      <dgm:spPr/>
    </dgm:pt>
  </dgm:ptLst>
  <dgm:cxnLst>
    <dgm:cxn modelId="{DCA62606-146D-3F44-BC7B-9879D2CC7FAD}" type="presOf" srcId="{4649F883-FD55-534A-8A00-C84A46977F9B}" destId="{32A60462-CDF8-224F-8B6F-3AA5F39FD4F0}" srcOrd="0" destOrd="0" presId="urn:microsoft.com/office/officeart/2005/8/layout/hierarchy4"/>
    <dgm:cxn modelId="{A4003437-0D5C-D74F-AA40-C1BD58425D81}" type="presOf" srcId="{35DB46A7-13C3-3C49-874B-35630C3D871A}" destId="{2CD56F6C-26F7-C94B-AED3-F8B2BAB6F5C6}" srcOrd="0" destOrd="0" presId="urn:microsoft.com/office/officeart/2005/8/layout/hierarchy4"/>
    <dgm:cxn modelId="{C6EDB470-E02B-E24F-9C64-C1A4DDB2E749}" srcId="{4649F883-FD55-534A-8A00-C84A46977F9B}" destId="{35DB46A7-13C3-3C49-874B-35630C3D871A}" srcOrd="0" destOrd="0" parTransId="{3970707D-9C53-C14B-B8C0-C055FBAC8BC6}" sibTransId="{2A687E6A-1996-5046-9053-3AB34CC71CF5}"/>
    <dgm:cxn modelId="{272542C5-37E9-F240-A272-8E21CF3412C2}" type="presParOf" srcId="{32A60462-CDF8-224F-8B6F-3AA5F39FD4F0}" destId="{408BA970-10A9-9549-B12B-0EDC0F2DBD77}" srcOrd="0" destOrd="0" presId="urn:microsoft.com/office/officeart/2005/8/layout/hierarchy4"/>
    <dgm:cxn modelId="{426A6530-5847-A245-B31D-63C06BA2B832}" type="presParOf" srcId="{408BA970-10A9-9549-B12B-0EDC0F2DBD77}" destId="{2CD56F6C-26F7-C94B-AED3-F8B2BAB6F5C6}" srcOrd="0" destOrd="0" presId="urn:microsoft.com/office/officeart/2005/8/layout/hierarchy4"/>
    <dgm:cxn modelId="{6C91845D-738D-7B4F-B756-537221464E64}" type="presParOf" srcId="{408BA970-10A9-9549-B12B-0EDC0F2DBD77}" destId="{778B8BA9-0B3B-1947-8FBA-78B24AF2FE6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4A2779A-9BBF-A840-8054-B0FF34445766}" type="doc">
      <dgm:prSet loTypeId="urn:microsoft.com/office/officeart/2005/8/layout/hierarchy4" loCatId="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1504F2D6-90A4-CB4C-97E3-20569F652716}">
      <dgm:prSet custT="1"/>
      <dgm:spPr/>
      <dgm:t>
        <a:bodyPr/>
        <a:lstStyle/>
        <a:p>
          <a:pPr rtl="0"/>
          <a:r>
            <a:rPr lang="ru-RU" sz="1800" dirty="0">
              <a:solidFill>
                <a:schemeClr val="accent2"/>
              </a:solidFill>
            </a:rPr>
            <a:t>Состязания  (гонки)</a:t>
          </a:r>
          <a:r>
            <a:rPr lang="ru-RU" sz="1800" dirty="0"/>
            <a:t>– ситуация, когда два или более потока обрабатывают разделяемые данные и конечный результат зависит от соотношения скоростей потоков</a:t>
          </a:r>
          <a:r>
            <a:rPr lang="ru-RU" sz="2000" dirty="0"/>
            <a:t>.</a:t>
          </a:r>
        </a:p>
      </dgm:t>
    </dgm:pt>
    <dgm:pt modelId="{49C05BE5-3F79-BB45-ABCD-1425AA8218B0}" type="parTrans" cxnId="{CE51928D-C515-E647-BC3B-3B23E1A3F6D5}">
      <dgm:prSet/>
      <dgm:spPr/>
      <dgm:t>
        <a:bodyPr/>
        <a:lstStyle/>
        <a:p>
          <a:endParaRPr lang="ru-RU"/>
        </a:p>
      </dgm:t>
    </dgm:pt>
    <dgm:pt modelId="{887E2B63-CAD2-C049-A123-97CF473826D1}" type="sibTrans" cxnId="{CE51928D-C515-E647-BC3B-3B23E1A3F6D5}">
      <dgm:prSet/>
      <dgm:spPr/>
      <dgm:t>
        <a:bodyPr/>
        <a:lstStyle/>
        <a:p>
          <a:endParaRPr lang="ru-RU"/>
        </a:p>
      </dgm:t>
    </dgm:pt>
    <dgm:pt modelId="{C7F7B652-90B7-E14F-A530-E02BFD84591B}" type="pres">
      <dgm:prSet presAssocID="{C4A2779A-9BBF-A840-8054-B0FF3444576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123000-4B21-F14F-8FB8-69DA7C6E5581}" type="pres">
      <dgm:prSet presAssocID="{1504F2D6-90A4-CB4C-97E3-20569F652716}" presName="vertOne" presStyleCnt="0"/>
      <dgm:spPr/>
    </dgm:pt>
    <dgm:pt modelId="{93BE579A-9538-F04B-9CFA-95626579E5B3}" type="pres">
      <dgm:prSet presAssocID="{1504F2D6-90A4-CB4C-97E3-20569F652716}" presName="txOne" presStyleLbl="node0" presStyleIdx="0" presStyleCnt="1">
        <dgm:presLayoutVars>
          <dgm:chPref val="3"/>
        </dgm:presLayoutVars>
      </dgm:prSet>
      <dgm:spPr/>
    </dgm:pt>
    <dgm:pt modelId="{C6E4F26F-B7A6-6443-B709-AD6B31F59496}" type="pres">
      <dgm:prSet presAssocID="{1504F2D6-90A4-CB4C-97E3-20569F652716}" presName="horzOne" presStyleCnt="0"/>
      <dgm:spPr/>
    </dgm:pt>
  </dgm:ptLst>
  <dgm:cxnLst>
    <dgm:cxn modelId="{E3A1C825-F9AA-A84A-8F70-926E5FDBA546}" type="presOf" srcId="{C4A2779A-9BBF-A840-8054-B0FF34445766}" destId="{C7F7B652-90B7-E14F-A530-E02BFD84591B}" srcOrd="0" destOrd="0" presId="urn:microsoft.com/office/officeart/2005/8/layout/hierarchy4"/>
    <dgm:cxn modelId="{BA56218C-43ED-7049-A407-A44E39F0F2B6}" type="presOf" srcId="{1504F2D6-90A4-CB4C-97E3-20569F652716}" destId="{93BE579A-9538-F04B-9CFA-95626579E5B3}" srcOrd="0" destOrd="0" presId="urn:microsoft.com/office/officeart/2005/8/layout/hierarchy4"/>
    <dgm:cxn modelId="{CE51928D-C515-E647-BC3B-3B23E1A3F6D5}" srcId="{C4A2779A-9BBF-A840-8054-B0FF34445766}" destId="{1504F2D6-90A4-CB4C-97E3-20569F652716}" srcOrd="0" destOrd="0" parTransId="{49C05BE5-3F79-BB45-ABCD-1425AA8218B0}" sibTransId="{887E2B63-CAD2-C049-A123-97CF473826D1}"/>
    <dgm:cxn modelId="{BF441335-6AEA-8247-A358-46545772F833}" type="presParOf" srcId="{C7F7B652-90B7-E14F-A530-E02BFD84591B}" destId="{09123000-4B21-F14F-8FB8-69DA7C6E5581}" srcOrd="0" destOrd="0" presId="urn:microsoft.com/office/officeart/2005/8/layout/hierarchy4"/>
    <dgm:cxn modelId="{0273E91F-45A8-8945-93D2-B52288A3D727}" type="presParOf" srcId="{09123000-4B21-F14F-8FB8-69DA7C6E5581}" destId="{93BE579A-9538-F04B-9CFA-95626579E5B3}" srcOrd="0" destOrd="0" presId="urn:microsoft.com/office/officeart/2005/8/layout/hierarchy4"/>
    <dgm:cxn modelId="{B9BD7451-267A-1B4D-94CC-E43D2BD442FE}" type="presParOf" srcId="{09123000-4B21-F14F-8FB8-69DA7C6E5581}" destId="{C6E4F26F-B7A6-6443-B709-AD6B31F59496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247A80D-0080-F041-8C45-C70A8D3E965D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9B7B885-B094-0F46-BA4A-47FE9C1E0792}">
      <dgm:prSet/>
      <dgm:spPr/>
      <dgm:t>
        <a:bodyPr/>
        <a:lstStyle/>
        <a:p>
          <a:pPr rtl="0"/>
          <a:r>
            <a:rPr lang="ru-RU" dirty="0"/>
            <a:t>Необходимо разработать модель поведения, при котором ни один из философов не будет голодать, то есть будет вечно чередовать приём пищи и размышления.</a:t>
          </a:r>
        </a:p>
      </dgm:t>
    </dgm:pt>
    <dgm:pt modelId="{A3809255-9B2F-2B46-81E0-1D236590D0D1}" type="parTrans" cxnId="{BA4258E1-677E-D140-91BE-7BCB6B35063C}">
      <dgm:prSet/>
      <dgm:spPr/>
      <dgm:t>
        <a:bodyPr/>
        <a:lstStyle/>
        <a:p>
          <a:endParaRPr lang="ru-RU"/>
        </a:p>
      </dgm:t>
    </dgm:pt>
    <dgm:pt modelId="{5CA4B763-571B-3747-9CC7-130C85D10EC3}" type="sibTrans" cxnId="{BA4258E1-677E-D140-91BE-7BCB6B35063C}">
      <dgm:prSet/>
      <dgm:spPr/>
      <dgm:t>
        <a:bodyPr/>
        <a:lstStyle/>
        <a:p>
          <a:endParaRPr lang="ru-RU"/>
        </a:p>
      </dgm:t>
    </dgm:pt>
    <dgm:pt modelId="{8C6DD805-22F2-4241-9D2C-88B9F0728CCF}" type="pres">
      <dgm:prSet presAssocID="{D247A80D-0080-F041-8C45-C70A8D3E965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4859359-748E-944F-8A42-9F32944186FD}" type="pres">
      <dgm:prSet presAssocID="{99B7B885-B094-0F46-BA4A-47FE9C1E0792}" presName="hierRoot1" presStyleCnt="0">
        <dgm:presLayoutVars>
          <dgm:hierBranch val="init"/>
        </dgm:presLayoutVars>
      </dgm:prSet>
      <dgm:spPr/>
    </dgm:pt>
    <dgm:pt modelId="{932C3CC8-8BEB-B64C-881F-0687CAAF4490}" type="pres">
      <dgm:prSet presAssocID="{99B7B885-B094-0F46-BA4A-47FE9C1E0792}" presName="rootComposite1" presStyleCnt="0"/>
      <dgm:spPr/>
    </dgm:pt>
    <dgm:pt modelId="{85AEDD2A-C6A8-DC4D-89B8-6EA92C6AC340}" type="pres">
      <dgm:prSet presAssocID="{99B7B885-B094-0F46-BA4A-47FE9C1E0792}" presName="rootText1" presStyleLbl="node0" presStyleIdx="0" presStyleCnt="1" custScaleX="429463" custLinFactNeighborX="-282" custLinFactNeighborY="15318">
        <dgm:presLayoutVars>
          <dgm:chPref val="3"/>
        </dgm:presLayoutVars>
      </dgm:prSet>
      <dgm:spPr/>
    </dgm:pt>
    <dgm:pt modelId="{563EFEEE-2219-1F49-9DDC-1403213F1D56}" type="pres">
      <dgm:prSet presAssocID="{99B7B885-B094-0F46-BA4A-47FE9C1E0792}" presName="rootConnector1" presStyleLbl="node1" presStyleIdx="0" presStyleCnt="0"/>
      <dgm:spPr/>
    </dgm:pt>
    <dgm:pt modelId="{94BC680A-0EE9-544E-A11F-9A31D2E07D85}" type="pres">
      <dgm:prSet presAssocID="{99B7B885-B094-0F46-BA4A-47FE9C1E0792}" presName="hierChild2" presStyleCnt="0"/>
      <dgm:spPr/>
    </dgm:pt>
    <dgm:pt modelId="{F7B2C53E-12B4-8640-9634-B6242444AFBB}" type="pres">
      <dgm:prSet presAssocID="{99B7B885-B094-0F46-BA4A-47FE9C1E0792}" presName="hierChild3" presStyleCnt="0"/>
      <dgm:spPr/>
    </dgm:pt>
  </dgm:ptLst>
  <dgm:cxnLst>
    <dgm:cxn modelId="{314944D0-4293-734B-BEA2-643EB5799DB0}" type="presOf" srcId="{D247A80D-0080-F041-8C45-C70A8D3E965D}" destId="{8C6DD805-22F2-4241-9D2C-88B9F0728CCF}" srcOrd="0" destOrd="0" presId="urn:microsoft.com/office/officeart/2005/8/layout/orgChart1"/>
    <dgm:cxn modelId="{BA4258E1-677E-D140-91BE-7BCB6B35063C}" srcId="{D247A80D-0080-F041-8C45-C70A8D3E965D}" destId="{99B7B885-B094-0F46-BA4A-47FE9C1E0792}" srcOrd="0" destOrd="0" parTransId="{A3809255-9B2F-2B46-81E0-1D236590D0D1}" sibTransId="{5CA4B763-571B-3747-9CC7-130C85D10EC3}"/>
    <dgm:cxn modelId="{21824DEF-115D-4744-80F2-83DA5CF14928}" type="presOf" srcId="{99B7B885-B094-0F46-BA4A-47FE9C1E0792}" destId="{85AEDD2A-C6A8-DC4D-89B8-6EA92C6AC340}" srcOrd="0" destOrd="0" presId="urn:microsoft.com/office/officeart/2005/8/layout/orgChart1"/>
    <dgm:cxn modelId="{1E5424F8-24FB-8248-8E5B-A02017D9C4D2}" type="presOf" srcId="{99B7B885-B094-0F46-BA4A-47FE9C1E0792}" destId="{563EFEEE-2219-1F49-9DDC-1403213F1D56}" srcOrd="1" destOrd="0" presId="urn:microsoft.com/office/officeart/2005/8/layout/orgChart1"/>
    <dgm:cxn modelId="{520DBF46-B852-B040-8DA4-02F6948B41AF}" type="presParOf" srcId="{8C6DD805-22F2-4241-9D2C-88B9F0728CCF}" destId="{E4859359-748E-944F-8A42-9F32944186FD}" srcOrd="0" destOrd="0" presId="urn:microsoft.com/office/officeart/2005/8/layout/orgChart1"/>
    <dgm:cxn modelId="{E0780A7E-542A-9749-9C40-3AAF946B9263}" type="presParOf" srcId="{E4859359-748E-944F-8A42-9F32944186FD}" destId="{932C3CC8-8BEB-B64C-881F-0687CAAF4490}" srcOrd="0" destOrd="0" presId="urn:microsoft.com/office/officeart/2005/8/layout/orgChart1"/>
    <dgm:cxn modelId="{3329E43F-6124-DF42-9341-8FA26905E8C6}" type="presParOf" srcId="{932C3CC8-8BEB-B64C-881F-0687CAAF4490}" destId="{85AEDD2A-C6A8-DC4D-89B8-6EA92C6AC340}" srcOrd="0" destOrd="0" presId="urn:microsoft.com/office/officeart/2005/8/layout/orgChart1"/>
    <dgm:cxn modelId="{EAC190DB-DACF-D94D-A285-A0F035FB5E26}" type="presParOf" srcId="{932C3CC8-8BEB-B64C-881F-0687CAAF4490}" destId="{563EFEEE-2219-1F49-9DDC-1403213F1D56}" srcOrd="1" destOrd="0" presId="urn:microsoft.com/office/officeart/2005/8/layout/orgChart1"/>
    <dgm:cxn modelId="{4287DCE4-A241-1B43-B6FE-8811EBD51FEA}" type="presParOf" srcId="{E4859359-748E-944F-8A42-9F32944186FD}" destId="{94BC680A-0EE9-544E-A11F-9A31D2E07D85}" srcOrd="1" destOrd="0" presId="urn:microsoft.com/office/officeart/2005/8/layout/orgChart1"/>
    <dgm:cxn modelId="{EAEF597F-6330-244C-8DC4-1F2F3E0D22E5}" type="presParOf" srcId="{E4859359-748E-944F-8A42-9F32944186FD}" destId="{F7B2C53E-12B4-8640-9634-B6242444AFB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1E88370-A381-2149-84F6-79EA07B0169E}" type="doc">
      <dgm:prSet loTypeId="urn:microsoft.com/office/officeart/2005/8/layout/chevron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473C60-4D8C-6946-97DA-A2604759A92D}">
      <dgm:prSet/>
      <dgm:spPr/>
      <dgm:t>
        <a:bodyPr/>
        <a:lstStyle/>
        <a:p>
          <a:pPr rtl="0"/>
          <a:r>
            <a:rPr lang="ru-RU" dirty="0"/>
            <a:t>1</a:t>
          </a:r>
        </a:p>
      </dgm:t>
    </dgm:pt>
    <dgm:pt modelId="{6B3D7ABD-FBF1-9945-B899-A71B5E882B03}" type="parTrans" cxnId="{44AEB586-0E02-1044-9D6B-64BD0902747E}">
      <dgm:prSet/>
      <dgm:spPr/>
      <dgm:t>
        <a:bodyPr/>
        <a:lstStyle/>
        <a:p>
          <a:endParaRPr lang="ru-RU"/>
        </a:p>
      </dgm:t>
    </dgm:pt>
    <dgm:pt modelId="{7B4F00FE-8AE0-5341-9A8D-D5FFC5C0FC80}" type="sibTrans" cxnId="{44AEB586-0E02-1044-9D6B-64BD0902747E}">
      <dgm:prSet/>
      <dgm:spPr/>
      <dgm:t>
        <a:bodyPr/>
        <a:lstStyle/>
        <a:p>
          <a:endParaRPr lang="ru-RU"/>
        </a:p>
      </dgm:t>
    </dgm:pt>
    <dgm:pt modelId="{4C6130C4-CA8B-B64B-8833-E882D8C46441}">
      <dgm:prSet/>
      <dgm:spPr/>
      <dgm:t>
        <a:bodyPr/>
        <a:lstStyle/>
        <a:p>
          <a:pPr rtl="0"/>
          <a:r>
            <a:rPr lang="ru-RU" dirty="0"/>
            <a:t>2</a:t>
          </a:r>
        </a:p>
      </dgm:t>
    </dgm:pt>
    <dgm:pt modelId="{DB0626E1-C02E-254A-9B08-94DCAC049FE1}" type="parTrans" cxnId="{193D54D8-6EE8-7844-A27B-4BF678D23D07}">
      <dgm:prSet/>
      <dgm:spPr/>
      <dgm:t>
        <a:bodyPr/>
        <a:lstStyle/>
        <a:p>
          <a:endParaRPr lang="ru-RU"/>
        </a:p>
      </dgm:t>
    </dgm:pt>
    <dgm:pt modelId="{3722CA8B-4C64-7F4E-8369-BADB8AA772DA}" type="sibTrans" cxnId="{193D54D8-6EE8-7844-A27B-4BF678D23D07}">
      <dgm:prSet/>
      <dgm:spPr/>
      <dgm:t>
        <a:bodyPr/>
        <a:lstStyle/>
        <a:p>
          <a:endParaRPr lang="ru-RU"/>
        </a:p>
      </dgm:t>
    </dgm:pt>
    <dgm:pt modelId="{5E7098E9-E43E-B941-9D16-27872D3BB661}">
      <dgm:prSet/>
      <dgm:spPr/>
      <dgm:t>
        <a:bodyPr/>
        <a:lstStyle/>
        <a:p>
          <a:pPr rtl="0"/>
          <a:r>
            <a:rPr lang="ru-RU" dirty="0"/>
            <a:t>3</a:t>
          </a:r>
        </a:p>
      </dgm:t>
    </dgm:pt>
    <dgm:pt modelId="{0EB432EC-8589-3B4E-ADD3-D9055205316A}" type="parTrans" cxnId="{C083EEF3-FEAE-BD4F-BC97-6A9C37AD70BB}">
      <dgm:prSet/>
      <dgm:spPr/>
      <dgm:t>
        <a:bodyPr/>
        <a:lstStyle/>
        <a:p>
          <a:endParaRPr lang="ru-RU"/>
        </a:p>
      </dgm:t>
    </dgm:pt>
    <dgm:pt modelId="{917C2737-14E4-F14A-9471-67587B8C7115}" type="sibTrans" cxnId="{C083EEF3-FEAE-BD4F-BC97-6A9C37AD70BB}">
      <dgm:prSet/>
      <dgm:spPr/>
      <dgm:t>
        <a:bodyPr/>
        <a:lstStyle/>
        <a:p>
          <a:endParaRPr lang="ru-RU"/>
        </a:p>
      </dgm:t>
    </dgm:pt>
    <dgm:pt modelId="{1E954541-804C-0344-8CD0-CCF645230597}">
      <dgm:prSet/>
      <dgm:spPr/>
      <dgm:t>
        <a:bodyPr/>
        <a:lstStyle/>
        <a:p>
          <a:pPr rtl="0"/>
          <a:r>
            <a:rPr lang="ru-RU" dirty="0"/>
            <a:t>4</a:t>
          </a:r>
        </a:p>
      </dgm:t>
    </dgm:pt>
    <dgm:pt modelId="{8AE57CE0-70C3-3A4B-9210-2B7D1CD4CC74}" type="parTrans" cxnId="{FA669B73-B911-B044-B707-74694E27DA87}">
      <dgm:prSet/>
      <dgm:spPr/>
      <dgm:t>
        <a:bodyPr/>
        <a:lstStyle/>
        <a:p>
          <a:endParaRPr lang="ru-RU"/>
        </a:p>
      </dgm:t>
    </dgm:pt>
    <dgm:pt modelId="{92F21CD3-DFF8-7849-A56C-C33A1709B2D3}" type="sibTrans" cxnId="{FA669B73-B911-B044-B707-74694E27DA87}">
      <dgm:prSet/>
      <dgm:spPr/>
      <dgm:t>
        <a:bodyPr/>
        <a:lstStyle/>
        <a:p>
          <a:endParaRPr lang="ru-RU"/>
        </a:p>
      </dgm:t>
    </dgm:pt>
    <dgm:pt modelId="{92766C32-D3AD-E746-8B98-C4188CF28493}">
      <dgm:prSet/>
      <dgm:spPr/>
      <dgm:t>
        <a:bodyPr/>
        <a:lstStyle/>
        <a:p>
          <a:pPr rtl="0"/>
          <a:r>
            <a:rPr lang="ru-RU" dirty="0"/>
            <a:t>Пренебрежением проблемой в целом (страусовый алгоритм)</a:t>
          </a:r>
        </a:p>
      </dgm:t>
    </dgm:pt>
    <dgm:pt modelId="{E056BF1C-DC01-6745-B459-825B8D2F39B6}" type="parTrans" cxnId="{B610698A-FC79-A242-B34B-27808E91BEA5}">
      <dgm:prSet/>
      <dgm:spPr/>
      <dgm:t>
        <a:bodyPr/>
        <a:lstStyle/>
        <a:p>
          <a:endParaRPr lang="ru-RU"/>
        </a:p>
      </dgm:t>
    </dgm:pt>
    <dgm:pt modelId="{408D61FE-35E9-AF44-8B53-FAAC96FFE7C9}" type="sibTrans" cxnId="{B610698A-FC79-A242-B34B-27808E91BEA5}">
      <dgm:prSet/>
      <dgm:spPr/>
      <dgm:t>
        <a:bodyPr/>
        <a:lstStyle/>
        <a:p>
          <a:endParaRPr lang="ru-RU"/>
        </a:p>
      </dgm:t>
    </dgm:pt>
    <dgm:pt modelId="{EC4046DA-0952-B84C-ABA3-7CD5DEE59CEC}">
      <dgm:prSet/>
      <dgm:spPr/>
      <dgm:t>
        <a:bodyPr/>
        <a:lstStyle/>
        <a:p>
          <a:pPr rtl="0"/>
          <a:r>
            <a:rPr lang="ru-RU" dirty="0"/>
            <a:t>Обнаружение и восстановление</a:t>
          </a:r>
        </a:p>
      </dgm:t>
    </dgm:pt>
    <dgm:pt modelId="{AD71A2ED-ECAA-F643-8C8B-CEB7333802E5}" type="parTrans" cxnId="{590B8C2E-DE5A-114B-B045-9461FD634162}">
      <dgm:prSet/>
      <dgm:spPr/>
      <dgm:t>
        <a:bodyPr/>
        <a:lstStyle/>
        <a:p>
          <a:endParaRPr lang="ru-RU"/>
        </a:p>
      </dgm:t>
    </dgm:pt>
    <dgm:pt modelId="{EC6CD49E-EA0D-6046-B96D-0D865B6DA3EA}" type="sibTrans" cxnId="{590B8C2E-DE5A-114B-B045-9461FD634162}">
      <dgm:prSet/>
      <dgm:spPr/>
      <dgm:t>
        <a:bodyPr/>
        <a:lstStyle/>
        <a:p>
          <a:endParaRPr lang="ru-RU"/>
        </a:p>
      </dgm:t>
    </dgm:pt>
    <dgm:pt modelId="{871F94E9-FFD0-2A42-99B1-D2C36D77DC00}">
      <dgm:prSet/>
      <dgm:spPr/>
      <dgm:t>
        <a:bodyPr/>
        <a:lstStyle/>
        <a:p>
          <a:pPr rtl="0"/>
          <a:r>
            <a:rPr lang="ru-RU" dirty="0"/>
            <a:t>Динамическое избежание тупиков</a:t>
          </a:r>
        </a:p>
      </dgm:t>
    </dgm:pt>
    <dgm:pt modelId="{15DE97E8-AB80-5549-8240-E49D4704B602}" type="parTrans" cxnId="{B6A99388-F22A-9844-8393-1FA1357AD740}">
      <dgm:prSet/>
      <dgm:spPr/>
      <dgm:t>
        <a:bodyPr/>
        <a:lstStyle/>
        <a:p>
          <a:endParaRPr lang="ru-RU"/>
        </a:p>
      </dgm:t>
    </dgm:pt>
    <dgm:pt modelId="{E8BEE119-EB33-7C4B-AD9D-447876FB2743}" type="sibTrans" cxnId="{B6A99388-F22A-9844-8393-1FA1357AD740}">
      <dgm:prSet/>
      <dgm:spPr/>
      <dgm:t>
        <a:bodyPr/>
        <a:lstStyle/>
        <a:p>
          <a:endParaRPr lang="ru-RU"/>
        </a:p>
      </dgm:t>
    </dgm:pt>
    <dgm:pt modelId="{43E525E4-20F4-C64E-B796-0E44EE794DCA}">
      <dgm:prSet/>
      <dgm:spPr/>
      <dgm:t>
        <a:bodyPr/>
        <a:lstStyle/>
        <a:p>
          <a:pPr rtl="0"/>
          <a:r>
            <a:rPr lang="ru-RU" dirty="0"/>
            <a:t>Предотвращение с помощью опровержения хотя бы одного условия, необходимого для возникновения тупика </a:t>
          </a:r>
        </a:p>
      </dgm:t>
    </dgm:pt>
    <dgm:pt modelId="{21E346ED-424B-7247-886B-48009E936908}" type="parTrans" cxnId="{6CBBE6E2-5B68-994B-ADED-7F90C5D01F47}">
      <dgm:prSet/>
      <dgm:spPr/>
      <dgm:t>
        <a:bodyPr/>
        <a:lstStyle/>
        <a:p>
          <a:endParaRPr lang="ru-RU"/>
        </a:p>
      </dgm:t>
    </dgm:pt>
    <dgm:pt modelId="{C133B67C-326E-D447-91E8-B96194328B59}" type="sibTrans" cxnId="{6CBBE6E2-5B68-994B-ADED-7F90C5D01F47}">
      <dgm:prSet/>
      <dgm:spPr/>
      <dgm:t>
        <a:bodyPr/>
        <a:lstStyle/>
        <a:p>
          <a:endParaRPr lang="ru-RU"/>
        </a:p>
      </dgm:t>
    </dgm:pt>
    <dgm:pt modelId="{E2F3AFDC-697C-CC45-9F9D-CEB734859E05}" type="pres">
      <dgm:prSet presAssocID="{11E88370-A381-2149-84F6-79EA07B0169E}" presName="linearFlow" presStyleCnt="0">
        <dgm:presLayoutVars>
          <dgm:dir/>
          <dgm:animLvl val="lvl"/>
          <dgm:resizeHandles val="exact"/>
        </dgm:presLayoutVars>
      </dgm:prSet>
      <dgm:spPr/>
    </dgm:pt>
    <dgm:pt modelId="{C177DCFC-DB6F-084E-B2EF-A808CD145E17}" type="pres">
      <dgm:prSet presAssocID="{01473C60-4D8C-6946-97DA-A2604759A92D}" presName="composite" presStyleCnt="0"/>
      <dgm:spPr/>
    </dgm:pt>
    <dgm:pt modelId="{34C738F3-0F37-4F46-8FDB-BE2AF104B593}" type="pres">
      <dgm:prSet presAssocID="{01473C60-4D8C-6946-97DA-A2604759A92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8A04654-F84F-D846-BFE8-907AD3A88666}" type="pres">
      <dgm:prSet presAssocID="{01473C60-4D8C-6946-97DA-A2604759A92D}" presName="descendantText" presStyleLbl="alignAcc1" presStyleIdx="0" presStyleCnt="4">
        <dgm:presLayoutVars>
          <dgm:bulletEnabled val="1"/>
        </dgm:presLayoutVars>
      </dgm:prSet>
      <dgm:spPr/>
    </dgm:pt>
    <dgm:pt modelId="{7B284524-708F-4045-A9E0-2CDE7E343A3C}" type="pres">
      <dgm:prSet presAssocID="{7B4F00FE-8AE0-5341-9A8D-D5FFC5C0FC80}" presName="sp" presStyleCnt="0"/>
      <dgm:spPr/>
    </dgm:pt>
    <dgm:pt modelId="{94434EF0-8C07-D440-8B8C-7D565C34A3FA}" type="pres">
      <dgm:prSet presAssocID="{4C6130C4-CA8B-B64B-8833-E882D8C46441}" presName="composite" presStyleCnt="0"/>
      <dgm:spPr/>
    </dgm:pt>
    <dgm:pt modelId="{489322AD-ACEF-4E42-9067-E653484176FB}" type="pres">
      <dgm:prSet presAssocID="{4C6130C4-CA8B-B64B-8833-E882D8C46441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5089A58-DA7F-7946-BE3B-B73016F9E6A7}" type="pres">
      <dgm:prSet presAssocID="{4C6130C4-CA8B-B64B-8833-E882D8C46441}" presName="descendantText" presStyleLbl="alignAcc1" presStyleIdx="1" presStyleCnt="4">
        <dgm:presLayoutVars>
          <dgm:bulletEnabled val="1"/>
        </dgm:presLayoutVars>
      </dgm:prSet>
      <dgm:spPr/>
    </dgm:pt>
    <dgm:pt modelId="{C8877C5E-7C86-914F-9E05-3CA3293A29BD}" type="pres">
      <dgm:prSet presAssocID="{3722CA8B-4C64-7F4E-8369-BADB8AA772DA}" presName="sp" presStyleCnt="0"/>
      <dgm:spPr/>
    </dgm:pt>
    <dgm:pt modelId="{F8C0333D-8B08-B947-AACA-161F4D5011EB}" type="pres">
      <dgm:prSet presAssocID="{5E7098E9-E43E-B941-9D16-27872D3BB661}" presName="composite" presStyleCnt="0"/>
      <dgm:spPr/>
    </dgm:pt>
    <dgm:pt modelId="{8DE55CE5-9D3E-EC43-89D5-587D2E534384}" type="pres">
      <dgm:prSet presAssocID="{5E7098E9-E43E-B941-9D16-27872D3BB661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5CED78B6-206B-2A4D-BF14-8C40B42AC062}" type="pres">
      <dgm:prSet presAssocID="{5E7098E9-E43E-B941-9D16-27872D3BB661}" presName="descendantText" presStyleLbl="alignAcc1" presStyleIdx="2" presStyleCnt="4">
        <dgm:presLayoutVars>
          <dgm:bulletEnabled val="1"/>
        </dgm:presLayoutVars>
      </dgm:prSet>
      <dgm:spPr/>
    </dgm:pt>
    <dgm:pt modelId="{2C553898-3D20-044F-AB48-617484FFC907}" type="pres">
      <dgm:prSet presAssocID="{917C2737-14E4-F14A-9471-67587B8C7115}" presName="sp" presStyleCnt="0"/>
      <dgm:spPr/>
    </dgm:pt>
    <dgm:pt modelId="{DDC71DD3-F1C9-CF44-BF39-36A20E9C1449}" type="pres">
      <dgm:prSet presAssocID="{1E954541-804C-0344-8CD0-CCF645230597}" presName="composite" presStyleCnt="0"/>
      <dgm:spPr/>
    </dgm:pt>
    <dgm:pt modelId="{7A3DA029-E456-2740-83FA-F3AED6A782B2}" type="pres">
      <dgm:prSet presAssocID="{1E954541-804C-0344-8CD0-CCF64523059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5EEC7A60-3965-F148-9DA7-DF2481FF2748}" type="pres">
      <dgm:prSet presAssocID="{1E954541-804C-0344-8CD0-CCF645230597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6A4B5D13-8A6B-2244-8621-B00E938F0E69}" type="presOf" srcId="{92766C32-D3AD-E746-8B98-C4188CF28493}" destId="{C8A04654-F84F-D846-BFE8-907AD3A88666}" srcOrd="0" destOrd="0" presId="urn:microsoft.com/office/officeart/2005/8/layout/chevron2"/>
    <dgm:cxn modelId="{590B8C2E-DE5A-114B-B045-9461FD634162}" srcId="{4C6130C4-CA8B-B64B-8833-E882D8C46441}" destId="{EC4046DA-0952-B84C-ABA3-7CD5DEE59CEC}" srcOrd="0" destOrd="0" parTransId="{AD71A2ED-ECAA-F643-8C8B-CEB7333802E5}" sibTransId="{EC6CD49E-EA0D-6046-B96D-0D865B6DA3EA}"/>
    <dgm:cxn modelId="{E138A22E-2E38-164C-94B2-D15016F9DD47}" type="presOf" srcId="{1E954541-804C-0344-8CD0-CCF645230597}" destId="{7A3DA029-E456-2740-83FA-F3AED6A782B2}" srcOrd="0" destOrd="0" presId="urn:microsoft.com/office/officeart/2005/8/layout/chevron2"/>
    <dgm:cxn modelId="{FA669B73-B911-B044-B707-74694E27DA87}" srcId="{11E88370-A381-2149-84F6-79EA07B0169E}" destId="{1E954541-804C-0344-8CD0-CCF645230597}" srcOrd="3" destOrd="0" parTransId="{8AE57CE0-70C3-3A4B-9210-2B7D1CD4CC74}" sibTransId="{92F21CD3-DFF8-7849-A56C-C33A1709B2D3}"/>
    <dgm:cxn modelId="{7C65F583-910F-3441-BB4B-0DFA3D0B14CC}" type="presOf" srcId="{5E7098E9-E43E-B941-9D16-27872D3BB661}" destId="{8DE55CE5-9D3E-EC43-89D5-587D2E534384}" srcOrd="0" destOrd="0" presId="urn:microsoft.com/office/officeart/2005/8/layout/chevron2"/>
    <dgm:cxn modelId="{44AEB586-0E02-1044-9D6B-64BD0902747E}" srcId="{11E88370-A381-2149-84F6-79EA07B0169E}" destId="{01473C60-4D8C-6946-97DA-A2604759A92D}" srcOrd="0" destOrd="0" parTransId="{6B3D7ABD-FBF1-9945-B899-A71B5E882B03}" sibTransId="{7B4F00FE-8AE0-5341-9A8D-D5FFC5C0FC80}"/>
    <dgm:cxn modelId="{B6A99388-F22A-9844-8393-1FA1357AD740}" srcId="{5E7098E9-E43E-B941-9D16-27872D3BB661}" destId="{871F94E9-FFD0-2A42-99B1-D2C36D77DC00}" srcOrd="0" destOrd="0" parTransId="{15DE97E8-AB80-5549-8240-E49D4704B602}" sibTransId="{E8BEE119-EB33-7C4B-AD9D-447876FB2743}"/>
    <dgm:cxn modelId="{B610698A-FC79-A242-B34B-27808E91BEA5}" srcId="{01473C60-4D8C-6946-97DA-A2604759A92D}" destId="{92766C32-D3AD-E746-8B98-C4188CF28493}" srcOrd="0" destOrd="0" parTransId="{E056BF1C-DC01-6745-B459-825B8D2F39B6}" sibTransId="{408D61FE-35E9-AF44-8B53-FAAC96FFE7C9}"/>
    <dgm:cxn modelId="{EBD2D09D-05D3-6941-A8E0-77B22CB8FF45}" type="presOf" srcId="{01473C60-4D8C-6946-97DA-A2604759A92D}" destId="{34C738F3-0F37-4F46-8FDB-BE2AF104B593}" srcOrd="0" destOrd="0" presId="urn:microsoft.com/office/officeart/2005/8/layout/chevron2"/>
    <dgm:cxn modelId="{367EFAA3-BD3C-1940-986D-504E27D2AA19}" type="presOf" srcId="{11E88370-A381-2149-84F6-79EA07B0169E}" destId="{E2F3AFDC-697C-CC45-9F9D-CEB734859E05}" srcOrd="0" destOrd="0" presId="urn:microsoft.com/office/officeart/2005/8/layout/chevron2"/>
    <dgm:cxn modelId="{A69E61C0-6801-7940-A076-FD6DD3EAC63A}" type="presOf" srcId="{871F94E9-FFD0-2A42-99B1-D2C36D77DC00}" destId="{5CED78B6-206B-2A4D-BF14-8C40B42AC062}" srcOrd="0" destOrd="0" presId="urn:microsoft.com/office/officeart/2005/8/layout/chevron2"/>
    <dgm:cxn modelId="{EBD833CA-C26C-1840-AB43-46F2D8AA8268}" type="presOf" srcId="{4C6130C4-CA8B-B64B-8833-E882D8C46441}" destId="{489322AD-ACEF-4E42-9067-E653484176FB}" srcOrd="0" destOrd="0" presId="urn:microsoft.com/office/officeart/2005/8/layout/chevron2"/>
    <dgm:cxn modelId="{193D54D8-6EE8-7844-A27B-4BF678D23D07}" srcId="{11E88370-A381-2149-84F6-79EA07B0169E}" destId="{4C6130C4-CA8B-B64B-8833-E882D8C46441}" srcOrd="1" destOrd="0" parTransId="{DB0626E1-C02E-254A-9B08-94DCAC049FE1}" sibTransId="{3722CA8B-4C64-7F4E-8369-BADB8AA772DA}"/>
    <dgm:cxn modelId="{6CBBE6E2-5B68-994B-ADED-7F90C5D01F47}" srcId="{1E954541-804C-0344-8CD0-CCF645230597}" destId="{43E525E4-20F4-C64E-B796-0E44EE794DCA}" srcOrd="0" destOrd="0" parTransId="{21E346ED-424B-7247-886B-48009E936908}" sibTransId="{C133B67C-326E-D447-91E8-B96194328B59}"/>
    <dgm:cxn modelId="{37A660EA-70BF-AE45-A5A3-B2CE798D4F02}" type="presOf" srcId="{EC4046DA-0952-B84C-ABA3-7CD5DEE59CEC}" destId="{F5089A58-DA7F-7946-BE3B-B73016F9E6A7}" srcOrd="0" destOrd="0" presId="urn:microsoft.com/office/officeart/2005/8/layout/chevron2"/>
    <dgm:cxn modelId="{14212BF2-70A3-4B41-AECB-A9830E2CC062}" type="presOf" srcId="{43E525E4-20F4-C64E-B796-0E44EE794DCA}" destId="{5EEC7A60-3965-F148-9DA7-DF2481FF2748}" srcOrd="0" destOrd="0" presId="urn:microsoft.com/office/officeart/2005/8/layout/chevron2"/>
    <dgm:cxn modelId="{C083EEF3-FEAE-BD4F-BC97-6A9C37AD70BB}" srcId="{11E88370-A381-2149-84F6-79EA07B0169E}" destId="{5E7098E9-E43E-B941-9D16-27872D3BB661}" srcOrd="2" destOrd="0" parTransId="{0EB432EC-8589-3B4E-ADD3-D9055205316A}" sibTransId="{917C2737-14E4-F14A-9471-67587B8C7115}"/>
    <dgm:cxn modelId="{CBAE1301-4C44-C04C-AE63-7443B77C586F}" type="presParOf" srcId="{E2F3AFDC-697C-CC45-9F9D-CEB734859E05}" destId="{C177DCFC-DB6F-084E-B2EF-A808CD145E17}" srcOrd="0" destOrd="0" presId="urn:microsoft.com/office/officeart/2005/8/layout/chevron2"/>
    <dgm:cxn modelId="{824CED78-1FA0-0D4F-AA5C-11BE1AE80BEF}" type="presParOf" srcId="{C177DCFC-DB6F-084E-B2EF-A808CD145E17}" destId="{34C738F3-0F37-4F46-8FDB-BE2AF104B593}" srcOrd="0" destOrd="0" presId="urn:microsoft.com/office/officeart/2005/8/layout/chevron2"/>
    <dgm:cxn modelId="{12359343-C14B-DD46-B27E-C46CCB441179}" type="presParOf" srcId="{C177DCFC-DB6F-084E-B2EF-A808CD145E17}" destId="{C8A04654-F84F-D846-BFE8-907AD3A88666}" srcOrd="1" destOrd="0" presId="urn:microsoft.com/office/officeart/2005/8/layout/chevron2"/>
    <dgm:cxn modelId="{92F46BEE-E7BF-784A-964F-7FAF54CD301A}" type="presParOf" srcId="{E2F3AFDC-697C-CC45-9F9D-CEB734859E05}" destId="{7B284524-708F-4045-A9E0-2CDE7E343A3C}" srcOrd="1" destOrd="0" presId="urn:microsoft.com/office/officeart/2005/8/layout/chevron2"/>
    <dgm:cxn modelId="{5E789A31-7D69-794B-9A23-D0684F504374}" type="presParOf" srcId="{E2F3AFDC-697C-CC45-9F9D-CEB734859E05}" destId="{94434EF0-8C07-D440-8B8C-7D565C34A3FA}" srcOrd="2" destOrd="0" presId="urn:microsoft.com/office/officeart/2005/8/layout/chevron2"/>
    <dgm:cxn modelId="{483CA634-FB9A-BB42-A114-54D2F8FE0E3D}" type="presParOf" srcId="{94434EF0-8C07-D440-8B8C-7D565C34A3FA}" destId="{489322AD-ACEF-4E42-9067-E653484176FB}" srcOrd="0" destOrd="0" presId="urn:microsoft.com/office/officeart/2005/8/layout/chevron2"/>
    <dgm:cxn modelId="{1FC026DA-C7B1-5842-B91D-265F0AD09218}" type="presParOf" srcId="{94434EF0-8C07-D440-8B8C-7D565C34A3FA}" destId="{F5089A58-DA7F-7946-BE3B-B73016F9E6A7}" srcOrd="1" destOrd="0" presId="urn:microsoft.com/office/officeart/2005/8/layout/chevron2"/>
    <dgm:cxn modelId="{6BE02A8C-06A8-C641-9491-C03766880223}" type="presParOf" srcId="{E2F3AFDC-697C-CC45-9F9D-CEB734859E05}" destId="{C8877C5E-7C86-914F-9E05-3CA3293A29BD}" srcOrd="3" destOrd="0" presId="urn:microsoft.com/office/officeart/2005/8/layout/chevron2"/>
    <dgm:cxn modelId="{DF54CD13-EA9F-B34B-B8E1-DAB76AC7490A}" type="presParOf" srcId="{E2F3AFDC-697C-CC45-9F9D-CEB734859E05}" destId="{F8C0333D-8B08-B947-AACA-161F4D5011EB}" srcOrd="4" destOrd="0" presId="urn:microsoft.com/office/officeart/2005/8/layout/chevron2"/>
    <dgm:cxn modelId="{8E4FDA15-F563-434F-A570-239DA3C0F7D7}" type="presParOf" srcId="{F8C0333D-8B08-B947-AACA-161F4D5011EB}" destId="{8DE55CE5-9D3E-EC43-89D5-587D2E534384}" srcOrd="0" destOrd="0" presId="urn:microsoft.com/office/officeart/2005/8/layout/chevron2"/>
    <dgm:cxn modelId="{7B228485-9F8C-FB44-9639-144D0AA86092}" type="presParOf" srcId="{F8C0333D-8B08-B947-AACA-161F4D5011EB}" destId="{5CED78B6-206B-2A4D-BF14-8C40B42AC062}" srcOrd="1" destOrd="0" presId="urn:microsoft.com/office/officeart/2005/8/layout/chevron2"/>
    <dgm:cxn modelId="{88371270-33CC-1A4F-90B6-F9F3988FF2CE}" type="presParOf" srcId="{E2F3AFDC-697C-CC45-9F9D-CEB734859E05}" destId="{2C553898-3D20-044F-AB48-617484FFC907}" srcOrd="5" destOrd="0" presId="urn:microsoft.com/office/officeart/2005/8/layout/chevron2"/>
    <dgm:cxn modelId="{44166189-FCF1-AA49-9256-F47114595BDA}" type="presParOf" srcId="{E2F3AFDC-697C-CC45-9F9D-CEB734859E05}" destId="{DDC71DD3-F1C9-CF44-BF39-36A20E9C1449}" srcOrd="6" destOrd="0" presId="urn:microsoft.com/office/officeart/2005/8/layout/chevron2"/>
    <dgm:cxn modelId="{D5D3B625-CD7B-3D4D-84BA-5E3DFB9DA825}" type="presParOf" srcId="{DDC71DD3-F1C9-CF44-BF39-36A20E9C1449}" destId="{7A3DA029-E456-2740-83FA-F3AED6A782B2}" srcOrd="0" destOrd="0" presId="urn:microsoft.com/office/officeart/2005/8/layout/chevron2"/>
    <dgm:cxn modelId="{25160DEC-BD10-244F-B9F1-37E5DEF89D5F}" type="presParOf" srcId="{DDC71DD3-F1C9-CF44-BF39-36A20E9C1449}" destId="{5EEC7A60-3965-F148-9DA7-DF2481FF274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746FC487-CE2C-4DDC-83FC-9F799E0A6564}" type="doc">
      <dgm:prSet loTypeId="urn:microsoft.com/office/officeart/2005/8/layout/chevron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ru-RU"/>
        </a:p>
      </dgm:t>
    </dgm:pt>
    <dgm:pt modelId="{93A4D0FC-7502-436A-AF74-CC0159CA2601}">
      <dgm:prSet/>
      <dgm:spPr/>
      <dgm:t>
        <a:bodyPr/>
        <a:lstStyle/>
        <a:p>
          <a:pPr rtl="0"/>
          <a:endParaRPr lang="ru-RU" dirty="0"/>
        </a:p>
      </dgm:t>
    </dgm:pt>
    <dgm:pt modelId="{6ADC023D-86D6-4F7B-94D1-20085D639191}" type="parTrans" cxnId="{75DC4546-D23B-4703-A246-5996E52A1A86}">
      <dgm:prSet/>
      <dgm:spPr/>
      <dgm:t>
        <a:bodyPr/>
        <a:lstStyle/>
        <a:p>
          <a:endParaRPr lang="ru-RU"/>
        </a:p>
      </dgm:t>
    </dgm:pt>
    <dgm:pt modelId="{C696CCD4-B5B5-4104-8FE6-F653D6C9C71C}" type="sibTrans" cxnId="{75DC4546-D23B-4703-A246-5996E52A1A86}">
      <dgm:prSet/>
      <dgm:spPr/>
      <dgm:t>
        <a:bodyPr/>
        <a:lstStyle/>
        <a:p>
          <a:endParaRPr lang="ru-RU"/>
        </a:p>
      </dgm:t>
    </dgm:pt>
    <dgm:pt modelId="{9B2A7B3A-3B3C-460E-9227-268E2B03B14F}">
      <dgm:prSet/>
      <dgm:spPr/>
      <dgm:t>
        <a:bodyPr/>
        <a:lstStyle/>
        <a:p>
          <a:pPr rtl="0"/>
          <a:endParaRPr lang="ru-RU" dirty="0"/>
        </a:p>
      </dgm:t>
    </dgm:pt>
    <dgm:pt modelId="{B3D50A3D-D8A8-490C-9FC1-F8629CE05121}" type="parTrans" cxnId="{C6F83137-B44F-461F-AC65-B2EA6AB490F3}">
      <dgm:prSet/>
      <dgm:spPr/>
      <dgm:t>
        <a:bodyPr/>
        <a:lstStyle/>
        <a:p>
          <a:endParaRPr lang="ru-RU"/>
        </a:p>
      </dgm:t>
    </dgm:pt>
    <dgm:pt modelId="{79F689E2-3AF2-4082-AC40-8988427D707A}" type="sibTrans" cxnId="{C6F83137-B44F-461F-AC65-B2EA6AB490F3}">
      <dgm:prSet/>
      <dgm:spPr/>
      <dgm:t>
        <a:bodyPr/>
        <a:lstStyle/>
        <a:p>
          <a:endParaRPr lang="ru-RU"/>
        </a:p>
      </dgm:t>
    </dgm:pt>
    <dgm:pt modelId="{D1C73EDD-8A27-465E-8B08-3833DC34A888}">
      <dgm:prSet/>
      <dgm:spPr/>
      <dgm:t>
        <a:bodyPr/>
        <a:lstStyle/>
        <a:p>
          <a:pPr rtl="0"/>
          <a:r>
            <a:rPr lang="ru-RU" dirty="0"/>
            <a:t>Когда запрашивается очередной ресурс</a:t>
          </a:r>
        </a:p>
      </dgm:t>
    </dgm:pt>
    <dgm:pt modelId="{40B6AEDE-CBD1-49A2-AFF9-13417D9F1C94}" type="parTrans" cxnId="{6884D1E1-BF44-4CBB-9180-2859D7FC8708}">
      <dgm:prSet/>
      <dgm:spPr/>
      <dgm:t>
        <a:bodyPr/>
        <a:lstStyle/>
        <a:p>
          <a:endParaRPr lang="ru-RU"/>
        </a:p>
      </dgm:t>
    </dgm:pt>
    <dgm:pt modelId="{8BFDB0C1-8167-4659-A711-E3A4898E3985}" type="sibTrans" cxnId="{6884D1E1-BF44-4CBB-9180-2859D7FC8708}">
      <dgm:prSet/>
      <dgm:spPr/>
      <dgm:t>
        <a:bodyPr/>
        <a:lstStyle/>
        <a:p>
          <a:endParaRPr lang="ru-RU"/>
        </a:p>
      </dgm:t>
    </dgm:pt>
    <dgm:pt modelId="{271CC063-CDB8-4F5D-89A2-7F82D3096127}">
      <dgm:prSet/>
      <dgm:spPr/>
      <dgm:t>
        <a:bodyPr/>
        <a:lstStyle/>
        <a:p>
          <a:r>
            <a:rPr lang="ru-RU" dirty="0"/>
            <a:t>Периодически, через какой-то определенный промежуток времени</a:t>
          </a:r>
        </a:p>
      </dgm:t>
    </dgm:pt>
    <dgm:pt modelId="{C6224883-E7A0-4F0D-BA05-1FB6D3A2A9A2}" type="parTrans" cxnId="{5308A52B-7B05-43B8-86A7-6D4EA2317B31}">
      <dgm:prSet/>
      <dgm:spPr/>
      <dgm:t>
        <a:bodyPr/>
        <a:lstStyle/>
        <a:p>
          <a:endParaRPr lang="ru-RU"/>
        </a:p>
      </dgm:t>
    </dgm:pt>
    <dgm:pt modelId="{50998451-0D7D-4F91-8DC1-F57B81588444}" type="sibTrans" cxnId="{5308A52B-7B05-43B8-86A7-6D4EA2317B31}">
      <dgm:prSet/>
      <dgm:spPr/>
      <dgm:t>
        <a:bodyPr/>
        <a:lstStyle/>
        <a:p>
          <a:endParaRPr lang="ru-RU"/>
        </a:p>
      </dgm:t>
    </dgm:pt>
    <dgm:pt modelId="{5A6DE510-816B-470C-BBDE-60F8EBDC06F1}">
      <dgm:prSet/>
      <dgm:spPr/>
      <dgm:t>
        <a:bodyPr/>
        <a:lstStyle/>
        <a:p>
          <a:r>
            <a:rPr lang="ru-RU" dirty="0"/>
            <a:t>Когда загрузка процессора слишком мала</a:t>
          </a:r>
        </a:p>
      </dgm:t>
    </dgm:pt>
    <dgm:pt modelId="{CEA0913B-3CC5-4186-9C53-C3288A6D8317}" type="parTrans" cxnId="{D1FCE418-9B02-4BCE-8870-9624C33506F0}">
      <dgm:prSet/>
      <dgm:spPr/>
      <dgm:t>
        <a:bodyPr/>
        <a:lstStyle/>
        <a:p>
          <a:endParaRPr lang="ru-RU"/>
        </a:p>
      </dgm:t>
    </dgm:pt>
    <dgm:pt modelId="{650E334F-ECDA-4373-8DA8-68688D537CF1}" type="sibTrans" cxnId="{D1FCE418-9B02-4BCE-8870-9624C33506F0}">
      <dgm:prSet/>
      <dgm:spPr/>
      <dgm:t>
        <a:bodyPr/>
        <a:lstStyle/>
        <a:p>
          <a:endParaRPr lang="ru-RU"/>
        </a:p>
      </dgm:t>
    </dgm:pt>
    <dgm:pt modelId="{7FA21EAC-AA0D-4F9E-9292-809B9043B032}">
      <dgm:prSet/>
      <dgm:spPr/>
      <dgm:t>
        <a:bodyPr/>
        <a:lstStyle/>
        <a:p>
          <a:pPr rtl="0"/>
          <a:endParaRPr lang="ru-RU" dirty="0"/>
        </a:p>
      </dgm:t>
    </dgm:pt>
    <dgm:pt modelId="{27B04ECC-56B1-46FD-8C68-2E16582DE86C}" type="sibTrans" cxnId="{05856989-9EBD-4B1A-8602-3F66F2DFE8B5}">
      <dgm:prSet/>
      <dgm:spPr/>
      <dgm:t>
        <a:bodyPr/>
        <a:lstStyle/>
        <a:p>
          <a:endParaRPr lang="ru-RU"/>
        </a:p>
      </dgm:t>
    </dgm:pt>
    <dgm:pt modelId="{ADB7F518-05DF-4967-B73E-4ED723F81D6A}" type="parTrans" cxnId="{05856989-9EBD-4B1A-8602-3F66F2DFE8B5}">
      <dgm:prSet/>
      <dgm:spPr/>
      <dgm:t>
        <a:bodyPr/>
        <a:lstStyle/>
        <a:p>
          <a:endParaRPr lang="ru-RU"/>
        </a:p>
      </dgm:t>
    </dgm:pt>
    <dgm:pt modelId="{BB757A4F-03EE-4244-9BB4-4FDEE49BB531}" type="pres">
      <dgm:prSet presAssocID="{746FC487-CE2C-4DDC-83FC-9F799E0A6564}" presName="linearFlow" presStyleCnt="0">
        <dgm:presLayoutVars>
          <dgm:dir/>
          <dgm:animLvl val="lvl"/>
          <dgm:resizeHandles val="exact"/>
        </dgm:presLayoutVars>
      </dgm:prSet>
      <dgm:spPr/>
    </dgm:pt>
    <dgm:pt modelId="{0C8BB45B-2D3D-47C7-8F47-380AF39402DA}" type="pres">
      <dgm:prSet presAssocID="{93A4D0FC-7502-436A-AF74-CC0159CA2601}" presName="composite" presStyleCnt="0"/>
      <dgm:spPr/>
    </dgm:pt>
    <dgm:pt modelId="{23033212-2768-46C4-A3F3-6B15B5185E70}" type="pres">
      <dgm:prSet presAssocID="{93A4D0FC-7502-436A-AF74-CC0159CA2601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EDBEBBE-0A11-4153-9BBF-E7243D821B15}" type="pres">
      <dgm:prSet presAssocID="{93A4D0FC-7502-436A-AF74-CC0159CA2601}" presName="descendantText" presStyleLbl="alignAcc1" presStyleIdx="0" presStyleCnt="3">
        <dgm:presLayoutVars>
          <dgm:bulletEnabled val="1"/>
        </dgm:presLayoutVars>
      </dgm:prSet>
      <dgm:spPr/>
    </dgm:pt>
    <dgm:pt modelId="{39152D18-B730-478E-9E2B-32AF22DE465C}" type="pres">
      <dgm:prSet presAssocID="{C696CCD4-B5B5-4104-8FE6-F653D6C9C71C}" presName="sp" presStyleCnt="0"/>
      <dgm:spPr/>
    </dgm:pt>
    <dgm:pt modelId="{E5F8F173-5F77-4BAA-AF12-2DB4471683F5}" type="pres">
      <dgm:prSet presAssocID="{7FA21EAC-AA0D-4F9E-9292-809B9043B032}" presName="composite" presStyleCnt="0"/>
      <dgm:spPr/>
    </dgm:pt>
    <dgm:pt modelId="{A73F59CE-0A51-411C-9F50-838F14F23444}" type="pres">
      <dgm:prSet presAssocID="{7FA21EAC-AA0D-4F9E-9292-809B9043B032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36EBC67-1D1A-47A3-91D3-DFEEF76810C2}" type="pres">
      <dgm:prSet presAssocID="{7FA21EAC-AA0D-4F9E-9292-809B9043B032}" presName="descendantText" presStyleLbl="alignAcc1" presStyleIdx="1" presStyleCnt="3">
        <dgm:presLayoutVars>
          <dgm:bulletEnabled val="1"/>
        </dgm:presLayoutVars>
      </dgm:prSet>
      <dgm:spPr/>
    </dgm:pt>
    <dgm:pt modelId="{3CC8627F-5D4E-412B-B26D-C164B7091179}" type="pres">
      <dgm:prSet presAssocID="{27B04ECC-56B1-46FD-8C68-2E16582DE86C}" presName="sp" presStyleCnt="0"/>
      <dgm:spPr/>
    </dgm:pt>
    <dgm:pt modelId="{7C548325-098A-44EF-99D3-06E435D5D985}" type="pres">
      <dgm:prSet presAssocID="{9B2A7B3A-3B3C-460E-9227-268E2B03B14F}" presName="composite" presStyleCnt="0"/>
      <dgm:spPr/>
    </dgm:pt>
    <dgm:pt modelId="{DF800A45-A1B1-41FD-BD09-7835F74E53A4}" type="pres">
      <dgm:prSet presAssocID="{9B2A7B3A-3B3C-460E-9227-268E2B03B14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6F84B3F-3381-4963-BFED-38E4EE32EACC}" type="pres">
      <dgm:prSet presAssocID="{9B2A7B3A-3B3C-460E-9227-268E2B03B14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D1FCE418-9B02-4BCE-8870-9624C33506F0}" srcId="{9B2A7B3A-3B3C-460E-9227-268E2B03B14F}" destId="{5A6DE510-816B-470C-BBDE-60F8EBDC06F1}" srcOrd="0" destOrd="0" parTransId="{CEA0913B-3CC5-4186-9C53-C3288A6D8317}" sibTransId="{650E334F-ECDA-4373-8DA8-68688D537CF1}"/>
    <dgm:cxn modelId="{5308A52B-7B05-43B8-86A7-6D4EA2317B31}" srcId="{7FA21EAC-AA0D-4F9E-9292-809B9043B032}" destId="{271CC063-CDB8-4F5D-89A2-7F82D3096127}" srcOrd="0" destOrd="0" parTransId="{C6224883-E7A0-4F0D-BA05-1FB6D3A2A9A2}" sibTransId="{50998451-0D7D-4F91-8DC1-F57B81588444}"/>
    <dgm:cxn modelId="{C6F83137-B44F-461F-AC65-B2EA6AB490F3}" srcId="{746FC487-CE2C-4DDC-83FC-9F799E0A6564}" destId="{9B2A7B3A-3B3C-460E-9227-268E2B03B14F}" srcOrd="2" destOrd="0" parTransId="{B3D50A3D-D8A8-490C-9FC1-F8629CE05121}" sibTransId="{79F689E2-3AF2-4082-AC40-8988427D707A}"/>
    <dgm:cxn modelId="{75DC4546-D23B-4703-A246-5996E52A1A86}" srcId="{746FC487-CE2C-4DDC-83FC-9F799E0A6564}" destId="{93A4D0FC-7502-436A-AF74-CC0159CA2601}" srcOrd="0" destOrd="0" parTransId="{6ADC023D-86D6-4F7B-94D1-20085D639191}" sibTransId="{C696CCD4-B5B5-4104-8FE6-F653D6C9C71C}"/>
    <dgm:cxn modelId="{05856989-9EBD-4B1A-8602-3F66F2DFE8B5}" srcId="{746FC487-CE2C-4DDC-83FC-9F799E0A6564}" destId="{7FA21EAC-AA0D-4F9E-9292-809B9043B032}" srcOrd="1" destOrd="0" parTransId="{ADB7F518-05DF-4967-B73E-4ED723F81D6A}" sibTransId="{27B04ECC-56B1-46FD-8C68-2E16582DE86C}"/>
    <dgm:cxn modelId="{80ED7198-5A60-4064-9A39-E02640780E46}" type="presOf" srcId="{271CC063-CDB8-4F5D-89A2-7F82D3096127}" destId="{336EBC67-1D1A-47A3-91D3-DFEEF76810C2}" srcOrd="0" destOrd="0" presId="urn:microsoft.com/office/officeart/2005/8/layout/chevron2"/>
    <dgm:cxn modelId="{6369DE99-3785-465B-A78A-4C0035FF1C48}" type="presOf" srcId="{9B2A7B3A-3B3C-460E-9227-268E2B03B14F}" destId="{DF800A45-A1B1-41FD-BD09-7835F74E53A4}" srcOrd="0" destOrd="0" presId="urn:microsoft.com/office/officeart/2005/8/layout/chevron2"/>
    <dgm:cxn modelId="{90FFF2C6-752C-40DF-AFEA-1D43DD3AEAF5}" type="presOf" srcId="{93A4D0FC-7502-436A-AF74-CC0159CA2601}" destId="{23033212-2768-46C4-A3F3-6B15B5185E70}" srcOrd="0" destOrd="0" presId="urn:microsoft.com/office/officeart/2005/8/layout/chevron2"/>
    <dgm:cxn modelId="{340E60C8-3DD4-47E2-8C8E-77C4B1F4C6D6}" type="presOf" srcId="{D1C73EDD-8A27-465E-8B08-3833DC34A888}" destId="{DEDBEBBE-0A11-4153-9BBF-E7243D821B15}" srcOrd="0" destOrd="0" presId="urn:microsoft.com/office/officeart/2005/8/layout/chevron2"/>
    <dgm:cxn modelId="{6C715EDD-EDCC-4C53-90C7-A8F45A4B1B3C}" type="presOf" srcId="{746FC487-CE2C-4DDC-83FC-9F799E0A6564}" destId="{BB757A4F-03EE-4244-9BB4-4FDEE49BB531}" srcOrd="0" destOrd="0" presId="urn:microsoft.com/office/officeart/2005/8/layout/chevron2"/>
    <dgm:cxn modelId="{B9A33EE1-4931-406A-81AC-741870191066}" type="presOf" srcId="{5A6DE510-816B-470C-BBDE-60F8EBDC06F1}" destId="{76F84B3F-3381-4963-BFED-38E4EE32EACC}" srcOrd="0" destOrd="0" presId="urn:microsoft.com/office/officeart/2005/8/layout/chevron2"/>
    <dgm:cxn modelId="{6884D1E1-BF44-4CBB-9180-2859D7FC8708}" srcId="{93A4D0FC-7502-436A-AF74-CC0159CA2601}" destId="{D1C73EDD-8A27-465E-8B08-3833DC34A888}" srcOrd="0" destOrd="0" parTransId="{40B6AEDE-CBD1-49A2-AFF9-13417D9F1C94}" sibTransId="{8BFDB0C1-8167-4659-A711-E3A4898E3985}"/>
    <dgm:cxn modelId="{5FB963E6-7BB5-4A00-9454-C83D617F50E0}" type="presOf" srcId="{7FA21EAC-AA0D-4F9E-9292-809B9043B032}" destId="{A73F59CE-0A51-411C-9F50-838F14F23444}" srcOrd="0" destOrd="0" presId="urn:microsoft.com/office/officeart/2005/8/layout/chevron2"/>
    <dgm:cxn modelId="{44E59E5C-D218-4564-AFF1-AF92F1185FAF}" type="presParOf" srcId="{BB757A4F-03EE-4244-9BB4-4FDEE49BB531}" destId="{0C8BB45B-2D3D-47C7-8F47-380AF39402DA}" srcOrd="0" destOrd="0" presId="urn:microsoft.com/office/officeart/2005/8/layout/chevron2"/>
    <dgm:cxn modelId="{9A88F70E-DBF4-4092-8E47-524053A986E5}" type="presParOf" srcId="{0C8BB45B-2D3D-47C7-8F47-380AF39402DA}" destId="{23033212-2768-46C4-A3F3-6B15B5185E70}" srcOrd="0" destOrd="0" presId="urn:microsoft.com/office/officeart/2005/8/layout/chevron2"/>
    <dgm:cxn modelId="{52037699-4AD8-4F18-B95B-E6A22E31695E}" type="presParOf" srcId="{0C8BB45B-2D3D-47C7-8F47-380AF39402DA}" destId="{DEDBEBBE-0A11-4153-9BBF-E7243D821B15}" srcOrd="1" destOrd="0" presId="urn:microsoft.com/office/officeart/2005/8/layout/chevron2"/>
    <dgm:cxn modelId="{BAD9F841-1610-49B6-8543-AF383DB68FB1}" type="presParOf" srcId="{BB757A4F-03EE-4244-9BB4-4FDEE49BB531}" destId="{39152D18-B730-478E-9E2B-32AF22DE465C}" srcOrd="1" destOrd="0" presId="urn:microsoft.com/office/officeart/2005/8/layout/chevron2"/>
    <dgm:cxn modelId="{01991420-9F48-4747-BDD4-11473D3E1E55}" type="presParOf" srcId="{BB757A4F-03EE-4244-9BB4-4FDEE49BB531}" destId="{E5F8F173-5F77-4BAA-AF12-2DB4471683F5}" srcOrd="2" destOrd="0" presId="urn:microsoft.com/office/officeart/2005/8/layout/chevron2"/>
    <dgm:cxn modelId="{E910CDC7-CCA2-4F9B-B353-D83493481FE0}" type="presParOf" srcId="{E5F8F173-5F77-4BAA-AF12-2DB4471683F5}" destId="{A73F59CE-0A51-411C-9F50-838F14F23444}" srcOrd="0" destOrd="0" presId="urn:microsoft.com/office/officeart/2005/8/layout/chevron2"/>
    <dgm:cxn modelId="{B25F2E6A-5914-478D-A63E-CAA14E600835}" type="presParOf" srcId="{E5F8F173-5F77-4BAA-AF12-2DB4471683F5}" destId="{336EBC67-1D1A-47A3-91D3-DFEEF76810C2}" srcOrd="1" destOrd="0" presId="urn:microsoft.com/office/officeart/2005/8/layout/chevron2"/>
    <dgm:cxn modelId="{A16A8A76-B697-423A-957C-E8058022B5AB}" type="presParOf" srcId="{BB757A4F-03EE-4244-9BB4-4FDEE49BB531}" destId="{3CC8627F-5D4E-412B-B26D-C164B7091179}" srcOrd="3" destOrd="0" presId="urn:microsoft.com/office/officeart/2005/8/layout/chevron2"/>
    <dgm:cxn modelId="{781A1C42-C5E1-42A7-9A44-97C3EEEF9460}" type="presParOf" srcId="{BB757A4F-03EE-4244-9BB4-4FDEE49BB531}" destId="{7C548325-098A-44EF-99D3-06E435D5D985}" srcOrd="4" destOrd="0" presId="urn:microsoft.com/office/officeart/2005/8/layout/chevron2"/>
    <dgm:cxn modelId="{EBA2454E-C094-4FE1-8DA4-5D2C66E3D0FA}" type="presParOf" srcId="{7C548325-098A-44EF-99D3-06E435D5D985}" destId="{DF800A45-A1B1-41FD-BD09-7835F74E53A4}" srcOrd="0" destOrd="0" presId="urn:microsoft.com/office/officeart/2005/8/layout/chevron2"/>
    <dgm:cxn modelId="{E444028E-A7D8-44F2-A37F-4AB3670195E6}" type="presParOf" srcId="{7C548325-098A-44EF-99D3-06E435D5D985}" destId="{76F84B3F-3381-4963-BFED-38E4EE32EAC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51E181B-319A-4186-BC64-1956592B1996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336F725-8591-4D0A-AA33-2A55CA315EC2}">
      <dgm:prSet custT="1"/>
      <dgm:spPr/>
      <dgm:t>
        <a:bodyPr/>
        <a:lstStyle/>
        <a:p>
          <a:pPr rtl="0"/>
          <a:r>
            <a:rPr lang="ru-RU" sz="2000" dirty="0"/>
            <a:t>1</a:t>
          </a:r>
        </a:p>
      </dgm:t>
    </dgm:pt>
    <dgm:pt modelId="{1F5EE5EF-F907-4BFB-B602-F6B1649AF5C9}" type="parTrans" cxnId="{1585F2FC-A2DA-4803-9FA1-F3C4F113B423}">
      <dgm:prSet/>
      <dgm:spPr/>
      <dgm:t>
        <a:bodyPr/>
        <a:lstStyle/>
        <a:p>
          <a:endParaRPr lang="ru-RU"/>
        </a:p>
      </dgm:t>
    </dgm:pt>
    <dgm:pt modelId="{0EE13F33-A7C4-4868-B239-DCABC3E03979}" type="sibTrans" cxnId="{1585F2FC-A2DA-4803-9FA1-F3C4F113B423}">
      <dgm:prSet/>
      <dgm:spPr/>
      <dgm:t>
        <a:bodyPr/>
        <a:lstStyle/>
        <a:p>
          <a:endParaRPr lang="ru-RU"/>
        </a:p>
      </dgm:t>
    </dgm:pt>
    <dgm:pt modelId="{14909C61-5810-4445-A023-A7E747AB9376}">
      <dgm:prSet custT="1"/>
      <dgm:spPr/>
      <dgm:t>
        <a:bodyPr/>
        <a:lstStyle/>
        <a:p>
          <a:pPr rtl="0"/>
          <a:r>
            <a:rPr lang="ru-RU" sz="2000" dirty="0"/>
            <a:t>2</a:t>
          </a:r>
        </a:p>
      </dgm:t>
    </dgm:pt>
    <dgm:pt modelId="{BB53C55D-CAD7-435C-B6BE-403042369469}" type="parTrans" cxnId="{69884925-8195-4CB7-9803-314BB37FBB7D}">
      <dgm:prSet/>
      <dgm:spPr/>
      <dgm:t>
        <a:bodyPr/>
        <a:lstStyle/>
        <a:p>
          <a:endParaRPr lang="ru-RU"/>
        </a:p>
      </dgm:t>
    </dgm:pt>
    <dgm:pt modelId="{DAF6D0F3-3E84-4ED6-9152-A329C2F3C9BD}" type="sibTrans" cxnId="{69884925-8195-4CB7-9803-314BB37FBB7D}">
      <dgm:prSet/>
      <dgm:spPr/>
      <dgm:t>
        <a:bodyPr/>
        <a:lstStyle/>
        <a:p>
          <a:endParaRPr lang="ru-RU"/>
        </a:p>
      </dgm:t>
    </dgm:pt>
    <dgm:pt modelId="{C250FB90-12AB-4016-BB81-A570F474C76E}">
      <dgm:prSet custT="1"/>
      <dgm:spPr/>
      <dgm:t>
        <a:bodyPr/>
        <a:lstStyle/>
        <a:p>
          <a:pPr rtl="0"/>
          <a:r>
            <a:rPr lang="ru-RU" sz="2000" dirty="0"/>
            <a:t>3</a:t>
          </a:r>
        </a:p>
      </dgm:t>
    </dgm:pt>
    <dgm:pt modelId="{56CCDFCE-AC47-4288-BBC9-94198357AE6A}" type="parTrans" cxnId="{D9521750-4508-401B-9A01-937356C1A8D8}">
      <dgm:prSet/>
      <dgm:spPr/>
      <dgm:t>
        <a:bodyPr/>
        <a:lstStyle/>
        <a:p>
          <a:endParaRPr lang="ru-RU"/>
        </a:p>
      </dgm:t>
    </dgm:pt>
    <dgm:pt modelId="{B4AF1553-752E-4BA2-8F7D-EAAD1A499C28}" type="sibTrans" cxnId="{D9521750-4508-401B-9A01-937356C1A8D8}">
      <dgm:prSet/>
      <dgm:spPr/>
      <dgm:t>
        <a:bodyPr/>
        <a:lstStyle/>
        <a:p>
          <a:endParaRPr lang="ru-RU"/>
        </a:p>
      </dgm:t>
    </dgm:pt>
    <dgm:pt modelId="{A6D5B0F1-4AD2-4128-BEB4-71B53FE734BE}">
      <dgm:prSet/>
      <dgm:spPr/>
      <dgm:t>
        <a:bodyPr/>
        <a:lstStyle/>
        <a:p>
          <a:pPr rtl="0"/>
          <a:r>
            <a:rPr lang="ru-RU" dirty="0"/>
            <a:t> Восстановление при помощи принудительной выгрузки ресурса</a:t>
          </a:r>
        </a:p>
      </dgm:t>
    </dgm:pt>
    <dgm:pt modelId="{82B9791F-8888-4A04-9DD1-025608C94895}" type="parTrans" cxnId="{89CB5896-D8FA-410E-9325-07F3B84829A2}">
      <dgm:prSet/>
      <dgm:spPr/>
      <dgm:t>
        <a:bodyPr/>
        <a:lstStyle/>
        <a:p>
          <a:endParaRPr lang="ru-RU"/>
        </a:p>
      </dgm:t>
    </dgm:pt>
    <dgm:pt modelId="{27671CB2-EFBB-4968-8DE6-EA4D68168111}" type="sibTrans" cxnId="{89CB5896-D8FA-410E-9325-07F3B84829A2}">
      <dgm:prSet/>
      <dgm:spPr/>
      <dgm:t>
        <a:bodyPr/>
        <a:lstStyle/>
        <a:p>
          <a:endParaRPr lang="ru-RU"/>
        </a:p>
      </dgm:t>
    </dgm:pt>
    <dgm:pt modelId="{BCEEAB2B-EF9E-456F-AB72-C805A8533927}">
      <dgm:prSet/>
      <dgm:spPr/>
      <dgm:t>
        <a:bodyPr/>
        <a:lstStyle/>
        <a:p>
          <a:pPr rtl="0"/>
          <a:r>
            <a:rPr lang="ru-RU" dirty="0"/>
            <a:t>Восстановление через откат </a:t>
          </a:r>
        </a:p>
      </dgm:t>
    </dgm:pt>
    <dgm:pt modelId="{EB953192-CE5C-4137-83E2-5DA5B700BCA5}" type="parTrans" cxnId="{8154FF1B-91FA-453F-BF81-6DC366F1177C}">
      <dgm:prSet/>
      <dgm:spPr/>
      <dgm:t>
        <a:bodyPr/>
        <a:lstStyle/>
        <a:p>
          <a:endParaRPr lang="ru-RU"/>
        </a:p>
      </dgm:t>
    </dgm:pt>
    <dgm:pt modelId="{01458CCA-58C6-4FBF-B32D-D5790F0D7093}" type="sibTrans" cxnId="{8154FF1B-91FA-453F-BF81-6DC366F1177C}">
      <dgm:prSet/>
      <dgm:spPr/>
      <dgm:t>
        <a:bodyPr/>
        <a:lstStyle/>
        <a:p>
          <a:endParaRPr lang="ru-RU"/>
        </a:p>
      </dgm:t>
    </dgm:pt>
    <dgm:pt modelId="{FFE47371-FCD6-405B-A45F-2785320C14D0}">
      <dgm:prSet/>
      <dgm:spPr/>
      <dgm:t>
        <a:bodyPr/>
        <a:lstStyle/>
        <a:p>
          <a:pPr algn="l" rtl="0"/>
          <a:r>
            <a:rPr lang="ru-RU" dirty="0"/>
            <a:t>Восстановление путем уничтожения процесса </a:t>
          </a:r>
        </a:p>
      </dgm:t>
    </dgm:pt>
    <dgm:pt modelId="{85E16B4A-3F79-4F7C-94AE-F88E6A3DBB00}" type="parTrans" cxnId="{C6532981-D073-42DE-A0E5-00D967B6A332}">
      <dgm:prSet/>
      <dgm:spPr/>
      <dgm:t>
        <a:bodyPr/>
        <a:lstStyle/>
        <a:p>
          <a:endParaRPr lang="ru-RU"/>
        </a:p>
      </dgm:t>
    </dgm:pt>
    <dgm:pt modelId="{78CF234B-FF32-4B48-9BDE-2D3A9691CAD0}" type="sibTrans" cxnId="{C6532981-D073-42DE-A0E5-00D967B6A332}">
      <dgm:prSet/>
      <dgm:spPr/>
      <dgm:t>
        <a:bodyPr/>
        <a:lstStyle/>
        <a:p>
          <a:endParaRPr lang="ru-RU"/>
        </a:p>
      </dgm:t>
    </dgm:pt>
    <dgm:pt modelId="{907FB829-31FE-4043-B0E8-02AF6B8B2FCF}" type="pres">
      <dgm:prSet presAssocID="{F51E181B-319A-4186-BC64-1956592B1996}" presName="linearFlow" presStyleCnt="0">
        <dgm:presLayoutVars>
          <dgm:dir/>
          <dgm:animLvl val="lvl"/>
          <dgm:resizeHandles val="exact"/>
        </dgm:presLayoutVars>
      </dgm:prSet>
      <dgm:spPr/>
    </dgm:pt>
    <dgm:pt modelId="{3C171E30-1AEA-42CA-8B4A-EC8D8D170016}" type="pres">
      <dgm:prSet presAssocID="{0336F725-8591-4D0A-AA33-2A55CA315EC2}" presName="composite" presStyleCnt="0"/>
      <dgm:spPr/>
    </dgm:pt>
    <dgm:pt modelId="{A89E3651-E871-475E-8EA4-A6140B73E9E6}" type="pres">
      <dgm:prSet presAssocID="{0336F725-8591-4D0A-AA33-2A55CA315EC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5D2C214-B18A-4AF3-AC17-BD806CE11910}" type="pres">
      <dgm:prSet presAssocID="{0336F725-8591-4D0A-AA33-2A55CA315EC2}" presName="descendantText" presStyleLbl="alignAcc1" presStyleIdx="0" presStyleCnt="3">
        <dgm:presLayoutVars>
          <dgm:bulletEnabled val="1"/>
        </dgm:presLayoutVars>
      </dgm:prSet>
      <dgm:spPr/>
    </dgm:pt>
    <dgm:pt modelId="{C1C8EB45-6A34-44AD-8C5A-9CB99D29AA30}" type="pres">
      <dgm:prSet presAssocID="{0EE13F33-A7C4-4868-B239-DCABC3E03979}" presName="sp" presStyleCnt="0"/>
      <dgm:spPr/>
    </dgm:pt>
    <dgm:pt modelId="{96590E62-25C5-4D20-8CEE-472E7248C5C2}" type="pres">
      <dgm:prSet presAssocID="{14909C61-5810-4445-A023-A7E747AB9376}" presName="composite" presStyleCnt="0"/>
      <dgm:spPr/>
    </dgm:pt>
    <dgm:pt modelId="{F2048D95-5D1F-4B0F-ABF5-1DADCF2C1D1C}" type="pres">
      <dgm:prSet presAssocID="{14909C61-5810-4445-A023-A7E747AB937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10CCD41-4CB5-4591-BCB4-DF47D4E6756C}" type="pres">
      <dgm:prSet presAssocID="{14909C61-5810-4445-A023-A7E747AB9376}" presName="descendantText" presStyleLbl="alignAcc1" presStyleIdx="1" presStyleCnt="3">
        <dgm:presLayoutVars>
          <dgm:bulletEnabled val="1"/>
        </dgm:presLayoutVars>
      </dgm:prSet>
      <dgm:spPr/>
    </dgm:pt>
    <dgm:pt modelId="{B0B178D5-1FF7-4B79-ABDB-E83151247F1A}" type="pres">
      <dgm:prSet presAssocID="{DAF6D0F3-3E84-4ED6-9152-A329C2F3C9BD}" presName="sp" presStyleCnt="0"/>
      <dgm:spPr/>
    </dgm:pt>
    <dgm:pt modelId="{94A7E609-025D-408C-9519-13DFFE3FBB0B}" type="pres">
      <dgm:prSet presAssocID="{C250FB90-12AB-4016-BB81-A570F474C76E}" presName="composite" presStyleCnt="0"/>
      <dgm:spPr/>
    </dgm:pt>
    <dgm:pt modelId="{424FAD96-F5CA-4F55-938D-D8D532DC39E1}" type="pres">
      <dgm:prSet presAssocID="{C250FB90-12AB-4016-BB81-A570F474C76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A7C537C-F8E2-4DCB-897A-810FF649C7CE}" type="pres">
      <dgm:prSet presAssocID="{C250FB90-12AB-4016-BB81-A570F474C76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3665FB00-8CB5-4F96-9786-B885468EC5F0}" type="presOf" srcId="{FFE47371-FCD6-405B-A45F-2785320C14D0}" destId="{CA7C537C-F8E2-4DCB-897A-810FF649C7CE}" srcOrd="0" destOrd="0" presId="urn:microsoft.com/office/officeart/2005/8/layout/chevron2"/>
    <dgm:cxn modelId="{91AA6714-B7F1-4E61-9743-83816D3E1AFF}" type="presOf" srcId="{14909C61-5810-4445-A023-A7E747AB9376}" destId="{F2048D95-5D1F-4B0F-ABF5-1DADCF2C1D1C}" srcOrd="0" destOrd="0" presId="urn:microsoft.com/office/officeart/2005/8/layout/chevron2"/>
    <dgm:cxn modelId="{8154FF1B-91FA-453F-BF81-6DC366F1177C}" srcId="{14909C61-5810-4445-A023-A7E747AB9376}" destId="{BCEEAB2B-EF9E-456F-AB72-C805A8533927}" srcOrd="0" destOrd="0" parTransId="{EB953192-CE5C-4137-83E2-5DA5B700BCA5}" sibTransId="{01458CCA-58C6-4FBF-B32D-D5790F0D7093}"/>
    <dgm:cxn modelId="{69884925-8195-4CB7-9803-314BB37FBB7D}" srcId="{F51E181B-319A-4186-BC64-1956592B1996}" destId="{14909C61-5810-4445-A023-A7E747AB9376}" srcOrd="1" destOrd="0" parTransId="{BB53C55D-CAD7-435C-B6BE-403042369469}" sibTransId="{DAF6D0F3-3E84-4ED6-9152-A329C2F3C9BD}"/>
    <dgm:cxn modelId="{F91DAD6E-561A-475E-A015-A72DA596899F}" type="presOf" srcId="{0336F725-8591-4D0A-AA33-2A55CA315EC2}" destId="{A89E3651-E871-475E-8EA4-A6140B73E9E6}" srcOrd="0" destOrd="0" presId="urn:microsoft.com/office/officeart/2005/8/layout/chevron2"/>
    <dgm:cxn modelId="{D9521750-4508-401B-9A01-937356C1A8D8}" srcId="{F51E181B-319A-4186-BC64-1956592B1996}" destId="{C250FB90-12AB-4016-BB81-A570F474C76E}" srcOrd="2" destOrd="0" parTransId="{56CCDFCE-AC47-4288-BBC9-94198357AE6A}" sibTransId="{B4AF1553-752E-4BA2-8F7D-EAAD1A499C28}"/>
    <dgm:cxn modelId="{C6532981-D073-42DE-A0E5-00D967B6A332}" srcId="{C250FB90-12AB-4016-BB81-A570F474C76E}" destId="{FFE47371-FCD6-405B-A45F-2785320C14D0}" srcOrd="0" destOrd="0" parTransId="{85E16B4A-3F79-4F7C-94AE-F88E6A3DBB00}" sibTransId="{78CF234B-FF32-4B48-9BDE-2D3A9691CAD0}"/>
    <dgm:cxn modelId="{89CB5896-D8FA-410E-9325-07F3B84829A2}" srcId="{0336F725-8591-4D0A-AA33-2A55CA315EC2}" destId="{A6D5B0F1-4AD2-4128-BEB4-71B53FE734BE}" srcOrd="0" destOrd="0" parTransId="{82B9791F-8888-4A04-9DD1-025608C94895}" sibTransId="{27671CB2-EFBB-4968-8DE6-EA4D68168111}"/>
    <dgm:cxn modelId="{65A756B4-6BC3-403D-88B7-B82A341C7AC0}" type="presOf" srcId="{F51E181B-319A-4186-BC64-1956592B1996}" destId="{907FB829-31FE-4043-B0E8-02AF6B8B2FCF}" srcOrd="0" destOrd="0" presId="urn:microsoft.com/office/officeart/2005/8/layout/chevron2"/>
    <dgm:cxn modelId="{580B3ABD-3F94-4346-A0DB-2CF5CD46638E}" type="presOf" srcId="{A6D5B0F1-4AD2-4128-BEB4-71B53FE734BE}" destId="{B5D2C214-B18A-4AF3-AC17-BD806CE11910}" srcOrd="0" destOrd="0" presId="urn:microsoft.com/office/officeart/2005/8/layout/chevron2"/>
    <dgm:cxn modelId="{4B044CC0-D84D-4C48-86DD-BEF0F4A16B08}" type="presOf" srcId="{BCEEAB2B-EF9E-456F-AB72-C805A8533927}" destId="{010CCD41-4CB5-4591-BCB4-DF47D4E6756C}" srcOrd="0" destOrd="0" presId="urn:microsoft.com/office/officeart/2005/8/layout/chevron2"/>
    <dgm:cxn modelId="{C71C0CE8-BF97-4E00-A56D-6736F7C8695E}" type="presOf" srcId="{C250FB90-12AB-4016-BB81-A570F474C76E}" destId="{424FAD96-F5CA-4F55-938D-D8D532DC39E1}" srcOrd="0" destOrd="0" presId="urn:microsoft.com/office/officeart/2005/8/layout/chevron2"/>
    <dgm:cxn modelId="{1585F2FC-A2DA-4803-9FA1-F3C4F113B423}" srcId="{F51E181B-319A-4186-BC64-1956592B1996}" destId="{0336F725-8591-4D0A-AA33-2A55CA315EC2}" srcOrd="0" destOrd="0" parTransId="{1F5EE5EF-F907-4BFB-B602-F6B1649AF5C9}" sibTransId="{0EE13F33-A7C4-4868-B239-DCABC3E03979}"/>
    <dgm:cxn modelId="{65DE3881-927F-4ECC-92DF-290DE4E05823}" type="presParOf" srcId="{907FB829-31FE-4043-B0E8-02AF6B8B2FCF}" destId="{3C171E30-1AEA-42CA-8B4A-EC8D8D170016}" srcOrd="0" destOrd="0" presId="urn:microsoft.com/office/officeart/2005/8/layout/chevron2"/>
    <dgm:cxn modelId="{6DABC1AE-2ED4-464D-9B38-F22B6296F208}" type="presParOf" srcId="{3C171E30-1AEA-42CA-8B4A-EC8D8D170016}" destId="{A89E3651-E871-475E-8EA4-A6140B73E9E6}" srcOrd="0" destOrd="0" presId="urn:microsoft.com/office/officeart/2005/8/layout/chevron2"/>
    <dgm:cxn modelId="{2306A2A9-662F-4B8A-93C8-C9CA80C03FE0}" type="presParOf" srcId="{3C171E30-1AEA-42CA-8B4A-EC8D8D170016}" destId="{B5D2C214-B18A-4AF3-AC17-BD806CE11910}" srcOrd="1" destOrd="0" presId="urn:microsoft.com/office/officeart/2005/8/layout/chevron2"/>
    <dgm:cxn modelId="{33E5DF0E-6458-4043-8C20-950B1EA7C84B}" type="presParOf" srcId="{907FB829-31FE-4043-B0E8-02AF6B8B2FCF}" destId="{C1C8EB45-6A34-44AD-8C5A-9CB99D29AA30}" srcOrd="1" destOrd="0" presId="urn:microsoft.com/office/officeart/2005/8/layout/chevron2"/>
    <dgm:cxn modelId="{7041E15C-FB17-4E3D-8F88-171CF9D608F9}" type="presParOf" srcId="{907FB829-31FE-4043-B0E8-02AF6B8B2FCF}" destId="{96590E62-25C5-4D20-8CEE-472E7248C5C2}" srcOrd="2" destOrd="0" presId="urn:microsoft.com/office/officeart/2005/8/layout/chevron2"/>
    <dgm:cxn modelId="{C6EB459B-253F-4215-ACB5-24E5485A7FAA}" type="presParOf" srcId="{96590E62-25C5-4D20-8CEE-472E7248C5C2}" destId="{F2048D95-5D1F-4B0F-ABF5-1DADCF2C1D1C}" srcOrd="0" destOrd="0" presId="urn:microsoft.com/office/officeart/2005/8/layout/chevron2"/>
    <dgm:cxn modelId="{1D0D29D6-97F1-4F89-A122-C3535FD42227}" type="presParOf" srcId="{96590E62-25C5-4D20-8CEE-472E7248C5C2}" destId="{010CCD41-4CB5-4591-BCB4-DF47D4E6756C}" srcOrd="1" destOrd="0" presId="urn:microsoft.com/office/officeart/2005/8/layout/chevron2"/>
    <dgm:cxn modelId="{811A5AEA-C9B7-4EC0-8210-3AD1E755950B}" type="presParOf" srcId="{907FB829-31FE-4043-B0E8-02AF6B8B2FCF}" destId="{B0B178D5-1FF7-4B79-ABDB-E83151247F1A}" srcOrd="3" destOrd="0" presId="urn:microsoft.com/office/officeart/2005/8/layout/chevron2"/>
    <dgm:cxn modelId="{C444A707-C895-49AF-868F-079E016D611B}" type="presParOf" srcId="{907FB829-31FE-4043-B0E8-02AF6B8B2FCF}" destId="{94A7E609-025D-408C-9519-13DFFE3FBB0B}" srcOrd="4" destOrd="0" presId="urn:microsoft.com/office/officeart/2005/8/layout/chevron2"/>
    <dgm:cxn modelId="{BE617299-A903-4C80-8FBE-BDE22B1B3A34}" type="presParOf" srcId="{94A7E609-025D-408C-9519-13DFFE3FBB0B}" destId="{424FAD96-F5CA-4F55-938D-D8D532DC39E1}" srcOrd="0" destOrd="0" presId="urn:microsoft.com/office/officeart/2005/8/layout/chevron2"/>
    <dgm:cxn modelId="{CC25C741-6429-401C-A8DC-E222C884512F}" type="presParOf" srcId="{94A7E609-025D-408C-9519-13DFFE3FBB0B}" destId="{CA7C537C-F8E2-4DCB-897A-810FF649C7C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BF030DE-EFBF-445E-9A13-7EC393FE58D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D3010BF-D096-441A-AFA6-1ED1C334CBFC}">
      <dgm:prSet/>
      <dgm:spPr/>
      <dgm:t>
        <a:bodyPr/>
        <a:lstStyle/>
        <a:p>
          <a:pPr rtl="0"/>
          <a:r>
            <a:rPr lang="ru-RU" dirty="0"/>
            <a:t>Взаимное исключение</a:t>
          </a:r>
        </a:p>
      </dgm:t>
    </dgm:pt>
    <dgm:pt modelId="{93BF83B1-F828-4481-A19B-BD91B935BEDF}" type="parTrans" cxnId="{56B18774-27EA-497B-8B07-54489BA413D7}">
      <dgm:prSet/>
      <dgm:spPr/>
      <dgm:t>
        <a:bodyPr/>
        <a:lstStyle/>
        <a:p>
          <a:endParaRPr lang="ru-RU"/>
        </a:p>
      </dgm:t>
    </dgm:pt>
    <dgm:pt modelId="{9F00FE2A-1117-40AA-9019-D0B48278BD09}" type="sibTrans" cxnId="{56B18774-27EA-497B-8B07-54489BA413D7}">
      <dgm:prSet/>
      <dgm:spPr/>
      <dgm:t>
        <a:bodyPr/>
        <a:lstStyle/>
        <a:p>
          <a:endParaRPr lang="ru-RU"/>
        </a:p>
      </dgm:t>
    </dgm:pt>
    <dgm:pt modelId="{19BEF17E-E82F-40FF-846A-DD291E5313E4}">
      <dgm:prSet/>
      <dgm:spPr/>
      <dgm:t>
        <a:bodyPr/>
        <a:lstStyle/>
        <a:p>
          <a:pPr rtl="0"/>
          <a:r>
            <a:rPr lang="ru-RU" dirty="0"/>
            <a:t>Удержание и ожидание</a:t>
          </a:r>
        </a:p>
      </dgm:t>
    </dgm:pt>
    <dgm:pt modelId="{E4FB31C1-E024-4984-81C8-A73201DCFB82}" type="parTrans" cxnId="{966C5848-F4C1-46EF-9869-FF408C580558}">
      <dgm:prSet/>
      <dgm:spPr/>
      <dgm:t>
        <a:bodyPr/>
        <a:lstStyle/>
        <a:p>
          <a:endParaRPr lang="ru-RU"/>
        </a:p>
      </dgm:t>
    </dgm:pt>
    <dgm:pt modelId="{2968893B-CC9E-49F2-BB00-B7ED767B2009}" type="sibTrans" cxnId="{966C5848-F4C1-46EF-9869-FF408C580558}">
      <dgm:prSet/>
      <dgm:spPr/>
      <dgm:t>
        <a:bodyPr/>
        <a:lstStyle/>
        <a:p>
          <a:endParaRPr lang="ru-RU"/>
        </a:p>
      </dgm:t>
    </dgm:pt>
    <dgm:pt modelId="{3F2416B8-0824-4EC3-B1E0-8DB622747E49}">
      <dgm:prSet/>
      <dgm:spPr/>
      <dgm:t>
        <a:bodyPr/>
        <a:lstStyle/>
        <a:p>
          <a:pPr rtl="0"/>
          <a:r>
            <a:rPr lang="ru-RU" dirty="0"/>
            <a:t> Отсутствие принудительной выгрузки ресурса</a:t>
          </a:r>
        </a:p>
      </dgm:t>
    </dgm:pt>
    <dgm:pt modelId="{7DA2DFD9-1317-48D8-BDDD-43FAD9D242A0}" type="parTrans" cxnId="{49B30ED6-1435-466C-A456-FF24F2FD958D}">
      <dgm:prSet/>
      <dgm:spPr/>
      <dgm:t>
        <a:bodyPr/>
        <a:lstStyle/>
        <a:p>
          <a:endParaRPr lang="ru-RU"/>
        </a:p>
      </dgm:t>
    </dgm:pt>
    <dgm:pt modelId="{2F7CED6F-01CF-4E58-BF87-19EEC9947758}" type="sibTrans" cxnId="{49B30ED6-1435-466C-A456-FF24F2FD958D}">
      <dgm:prSet/>
      <dgm:spPr/>
      <dgm:t>
        <a:bodyPr/>
        <a:lstStyle/>
        <a:p>
          <a:endParaRPr lang="ru-RU"/>
        </a:p>
      </dgm:t>
    </dgm:pt>
    <dgm:pt modelId="{F08B5743-9BE7-4801-85D4-CA194D5822A0}">
      <dgm:prSet/>
      <dgm:spPr/>
      <dgm:t>
        <a:bodyPr/>
        <a:lstStyle/>
        <a:p>
          <a:pPr rtl="0"/>
          <a:r>
            <a:rPr lang="ru-RU" dirty="0"/>
            <a:t>Циклическое ожидание</a:t>
          </a:r>
        </a:p>
      </dgm:t>
    </dgm:pt>
    <dgm:pt modelId="{E681EFAE-D0AE-4143-9077-21FA03564E17}" type="parTrans" cxnId="{B2D40E10-E997-4C00-9E44-0EC118D5F0AB}">
      <dgm:prSet/>
      <dgm:spPr/>
      <dgm:t>
        <a:bodyPr/>
        <a:lstStyle/>
        <a:p>
          <a:endParaRPr lang="ru-RU"/>
        </a:p>
      </dgm:t>
    </dgm:pt>
    <dgm:pt modelId="{A51F9C88-68CE-4184-81F8-25EC2864A72B}" type="sibTrans" cxnId="{B2D40E10-E997-4C00-9E44-0EC118D5F0AB}">
      <dgm:prSet/>
      <dgm:spPr/>
      <dgm:t>
        <a:bodyPr/>
        <a:lstStyle/>
        <a:p>
          <a:endParaRPr lang="ru-RU"/>
        </a:p>
      </dgm:t>
    </dgm:pt>
    <dgm:pt modelId="{D2DBF40A-6EF1-4930-9D4E-9E047E2AF71F}">
      <dgm:prSet/>
      <dgm:spPr/>
      <dgm:t>
        <a:bodyPr/>
        <a:lstStyle/>
        <a:p>
          <a:pPr rtl="0"/>
          <a:r>
            <a:rPr lang="ru-RU" dirty="0"/>
            <a:t>организовать подкачку данных</a:t>
          </a:r>
          <a:br>
            <a:rPr lang="ru-RU" dirty="0"/>
          </a:br>
          <a:endParaRPr lang="ru-RU" dirty="0"/>
        </a:p>
      </dgm:t>
    </dgm:pt>
    <dgm:pt modelId="{C039A0DB-9844-45C3-AE90-7056E553249A}" type="parTrans" cxnId="{BA8DB3E2-463F-4070-B5A5-26299B22A6DE}">
      <dgm:prSet/>
      <dgm:spPr/>
      <dgm:t>
        <a:bodyPr/>
        <a:lstStyle/>
        <a:p>
          <a:endParaRPr lang="ru-RU"/>
        </a:p>
      </dgm:t>
    </dgm:pt>
    <dgm:pt modelId="{783EC0F1-9058-4A73-8F20-284971C9F6D8}" type="sibTrans" cxnId="{BA8DB3E2-463F-4070-B5A5-26299B22A6DE}">
      <dgm:prSet/>
      <dgm:spPr/>
      <dgm:t>
        <a:bodyPr/>
        <a:lstStyle/>
        <a:p>
          <a:endParaRPr lang="ru-RU"/>
        </a:p>
      </dgm:t>
    </dgm:pt>
    <dgm:pt modelId="{F1A1079E-F2CB-4563-BB29-CBA5600E3857}">
      <dgm:prSet/>
      <dgm:spPr/>
      <dgm:t>
        <a:bodyPr/>
        <a:lstStyle/>
        <a:p>
          <a:pPr rtl="0"/>
          <a:r>
            <a:rPr lang="ru-RU" dirty="0"/>
            <a:t>запрашивать все ресурсы на начальной стадии</a:t>
          </a:r>
          <a:br>
            <a:rPr lang="ru-RU" dirty="0"/>
          </a:br>
          <a:br>
            <a:rPr lang="ru-RU" dirty="0"/>
          </a:br>
          <a:endParaRPr lang="ru-RU" dirty="0"/>
        </a:p>
      </dgm:t>
    </dgm:pt>
    <dgm:pt modelId="{4ABCDD2D-82EB-417A-BFF4-D50C8705D75E}" type="parTrans" cxnId="{CBA47930-219A-4598-B20D-B5A25CA6B8C4}">
      <dgm:prSet/>
      <dgm:spPr/>
      <dgm:t>
        <a:bodyPr/>
        <a:lstStyle/>
        <a:p>
          <a:endParaRPr lang="ru-RU"/>
        </a:p>
      </dgm:t>
    </dgm:pt>
    <dgm:pt modelId="{5BE849A5-A57C-4D10-979F-2D21C4710E72}" type="sibTrans" cxnId="{CBA47930-219A-4598-B20D-B5A25CA6B8C4}">
      <dgm:prSet/>
      <dgm:spPr/>
      <dgm:t>
        <a:bodyPr/>
        <a:lstStyle/>
        <a:p>
          <a:endParaRPr lang="ru-RU"/>
        </a:p>
      </dgm:t>
    </dgm:pt>
    <dgm:pt modelId="{9E3BB72D-EF7D-4E2A-8BEA-F59BCF7B6EEA}">
      <dgm:prSet/>
      <dgm:spPr/>
      <dgm:t>
        <a:bodyPr/>
        <a:lstStyle/>
        <a:p>
          <a:pPr rtl="0"/>
          <a:r>
            <a:rPr lang="ru-RU" dirty="0"/>
            <a:t>отбирать ресурсы</a:t>
          </a:r>
          <a:br>
            <a:rPr lang="ru-RU" dirty="0"/>
          </a:br>
          <a:br>
            <a:rPr lang="ru-RU" dirty="0"/>
          </a:br>
          <a:endParaRPr lang="ru-RU" dirty="0"/>
        </a:p>
      </dgm:t>
    </dgm:pt>
    <dgm:pt modelId="{0DAC1561-8453-4EE9-9E7F-54053F652C56}" type="parTrans" cxnId="{71BFF7A8-B01A-4CAC-B7D6-BC9D2FDB92B5}">
      <dgm:prSet/>
      <dgm:spPr/>
      <dgm:t>
        <a:bodyPr/>
        <a:lstStyle/>
        <a:p>
          <a:endParaRPr lang="ru-RU"/>
        </a:p>
      </dgm:t>
    </dgm:pt>
    <dgm:pt modelId="{53FC5A6E-9A4A-444F-A0AE-8AF38A08E815}" type="sibTrans" cxnId="{71BFF7A8-B01A-4CAC-B7D6-BC9D2FDB92B5}">
      <dgm:prSet/>
      <dgm:spPr/>
      <dgm:t>
        <a:bodyPr/>
        <a:lstStyle/>
        <a:p>
          <a:endParaRPr lang="ru-RU"/>
        </a:p>
      </dgm:t>
    </dgm:pt>
    <dgm:pt modelId="{DD1F2B10-290F-4F96-84C3-A8FAA3A01512}">
      <dgm:prSet/>
      <dgm:spPr/>
      <dgm:t>
        <a:bodyPr/>
        <a:lstStyle/>
        <a:p>
          <a:pPr rtl="0"/>
          <a:r>
            <a:rPr lang="ru-RU" dirty="0"/>
            <a:t> пронумеровать ресурсы и упорядочить</a:t>
          </a:r>
          <a:br>
            <a:rPr lang="ru-RU" dirty="0"/>
          </a:br>
          <a:br>
            <a:rPr lang="ru-RU" dirty="0"/>
          </a:br>
          <a:endParaRPr lang="ru-RU" dirty="0"/>
        </a:p>
      </dgm:t>
    </dgm:pt>
    <dgm:pt modelId="{DA600104-A8D2-4BD6-80CD-F6CC08A022AF}" type="parTrans" cxnId="{7197B25C-231C-4118-A499-E922FB49AC4D}">
      <dgm:prSet/>
      <dgm:spPr/>
      <dgm:t>
        <a:bodyPr/>
        <a:lstStyle/>
        <a:p>
          <a:endParaRPr lang="ru-RU"/>
        </a:p>
      </dgm:t>
    </dgm:pt>
    <dgm:pt modelId="{CFDBB0A4-0464-4106-9750-938E22061F04}" type="sibTrans" cxnId="{7197B25C-231C-4118-A499-E922FB49AC4D}">
      <dgm:prSet/>
      <dgm:spPr/>
      <dgm:t>
        <a:bodyPr/>
        <a:lstStyle/>
        <a:p>
          <a:endParaRPr lang="ru-RU"/>
        </a:p>
      </dgm:t>
    </dgm:pt>
    <dgm:pt modelId="{CC7F19FA-03DC-4916-B444-2DB9E1B409FE}" type="pres">
      <dgm:prSet presAssocID="{3BF030DE-EFBF-445E-9A13-7EC393FE58DA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2E1AB24-D1A6-46D9-BB66-1884BC548670}" type="pres">
      <dgm:prSet presAssocID="{ED3010BF-D096-441A-AFA6-1ED1C334CBFC}" presName="horFlow" presStyleCnt="0"/>
      <dgm:spPr/>
    </dgm:pt>
    <dgm:pt modelId="{F28C6DC6-325F-4DCB-B7E3-918E80B23947}" type="pres">
      <dgm:prSet presAssocID="{ED3010BF-D096-441A-AFA6-1ED1C334CBFC}" presName="bigChev" presStyleLbl="node1" presStyleIdx="0" presStyleCnt="4" custLinFactNeighborX="-14750" custLinFactNeighborY="-6585"/>
      <dgm:spPr/>
    </dgm:pt>
    <dgm:pt modelId="{4300F3E4-6C74-420C-8D3B-B92D64EF1800}" type="pres">
      <dgm:prSet presAssocID="{C039A0DB-9844-45C3-AE90-7056E553249A}" presName="parTrans" presStyleCnt="0"/>
      <dgm:spPr/>
    </dgm:pt>
    <dgm:pt modelId="{4E3252D4-0A7E-44BA-918E-6316DB717EFC}" type="pres">
      <dgm:prSet presAssocID="{D2DBF40A-6EF1-4930-9D4E-9E047E2AF71F}" presName="node" presStyleLbl="alignAccFollowNode1" presStyleIdx="0" presStyleCnt="4">
        <dgm:presLayoutVars>
          <dgm:bulletEnabled val="1"/>
        </dgm:presLayoutVars>
      </dgm:prSet>
      <dgm:spPr/>
    </dgm:pt>
    <dgm:pt modelId="{C125EA6A-ABEC-4D6A-93C8-B3E220E20FDA}" type="pres">
      <dgm:prSet presAssocID="{ED3010BF-D096-441A-AFA6-1ED1C334CBFC}" presName="vSp" presStyleCnt="0"/>
      <dgm:spPr/>
    </dgm:pt>
    <dgm:pt modelId="{62E5FA8D-9DBB-4FAD-BD91-98101613E61C}" type="pres">
      <dgm:prSet presAssocID="{19BEF17E-E82F-40FF-846A-DD291E5313E4}" presName="horFlow" presStyleCnt="0"/>
      <dgm:spPr/>
    </dgm:pt>
    <dgm:pt modelId="{9CF6C397-721F-47DB-90FC-81C25AF36E2F}" type="pres">
      <dgm:prSet presAssocID="{19BEF17E-E82F-40FF-846A-DD291E5313E4}" presName="bigChev" presStyleLbl="node1" presStyleIdx="1" presStyleCnt="4"/>
      <dgm:spPr/>
    </dgm:pt>
    <dgm:pt modelId="{8B708270-1398-47C8-AA02-16B957988F14}" type="pres">
      <dgm:prSet presAssocID="{4ABCDD2D-82EB-417A-BFF4-D50C8705D75E}" presName="parTrans" presStyleCnt="0"/>
      <dgm:spPr/>
    </dgm:pt>
    <dgm:pt modelId="{D34C402C-E00A-4F69-9E56-882A0A0B6F02}" type="pres">
      <dgm:prSet presAssocID="{F1A1079E-F2CB-4563-BB29-CBA5600E3857}" presName="node" presStyleLbl="alignAccFollowNode1" presStyleIdx="1" presStyleCnt="4">
        <dgm:presLayoutVars>
          <dgm:bulletEnabled val="1"/>
        </dgm:presLayoutVars>
      </dgm:prSet>
      <dgm:spPr/>
    </dgm:pt>
    <dgm:pt modelId="{C992AAFA-AEF1-44D2-9679-5BC4179D1DE9}" type="pres">
      <dgm:prSet presAssocID="{19BEF17E-E82F-40FF-846A-DD291E5313E4}" presName="vSp" presStyleCnt="0"/>
      <dgm:spPr/>
    </dgm:pt>
    <dgm:pt modelId="{C9AA5B74-B06D-4704-B995-90DD5A5B20DC}" type="pres">
      <dgm:prSet presAssocID="{3F2416B8-0824-4EC3-B1E0-8DB622747E49}" presName="horFlow" presStyleCnt="0"/>
      <dgm:spPr/>
    </dgm:pt>
    <dgm:pt modelId="{B161BAFE-91D0-45D3-98A6-11554432A64B}" type="pres">
      <dgm:prSet presAssocID="{3F2416B8-0824-4EC3-B1E0-8DB622747E49}" presName="bigChev" presStyleLbl="node1" presStyleIdx="2" presStyleCnt="4"/>
      <dgm:spPr/>
    </dgm:pt>
    <dgm:pt modelId="{42EBFA76-9FF9-4762-9D2A-709E8B9DC4BE}" type="pres">
      <dgm:prSet presAssocID="{0DAC1561-8453-4EE9-9E7F-54053F652C56}" presName="parTrans" presStyleCnt="0"/>
      <dgm:spPr/>
    </dgm:pt>
    <dgm:pt modelId="{54464D1C-2D90-4E7E-95EE-A42E4C9EDFA7}" type="pres">
      <dgm:prSet presAssocID="{9E3BB72D-EF7D-4E2A-8BEA-F59BCF7B6EEA}" presName="node" presStyleLbl="alignAccFollowNode1" presStyleIdx="2" presStyleCnt="4">
        <dgm:presLayoutVars>
          <dgm:bulletEnabled val="1"/>
        </dgm:presLayoutVars>
      </dgm:prSet>
      <dgm:spPr/>
    </dgm:pt>
    <dgm:pt modelId="{E87C687E-3AB0-41DB-83BA-A8121B34F92D}" type="pres">
      <dgm:prSet presAssocID="{3F2416B8-0824-4EC3-B1E0-8DB622747E49}" presName="vSp" presStyleCnt="0"/>
      <dgm:spPr/>
    </dgm:pt>
    <dgm:pt modelId="{CC234DAC-0388-43E7-9002-2B0EA1C8AAB4}" type="pres">
      <dgm:prSet presAssocID="{F08B5743-9BE7-4801-85D4-CA194D5822A0}" presName="horFlow" presStyleCnt="0"/>
      <dgm:spPr/>
    </dgm:pt>
    <dgm:pt modelId="{DB06193C-E8C0-4073-84F5-84C3DBA970E8}" type="pres">
      <dgm:prSet presAssocID="{F08B5743-9BE7-4801-85D4-CA194D5822A0}" presName="bigChev" presStyleLbl="node1" presStyleIdx="3" presStyleCnt="4"/>
      <dgm:spPr/>
    </dgm:pt>
    <dgm:pt modelId="{55B79D72-495B-4BC4-BB0A-8CF0DC3ECE15}" type="pres">
      <dgm:prSet presAssocID="{DA600104-A8D2-4BD6-80CD-F6CC08A022AF}" presName="parTrans" presStyleCnt="0"/>
      <dgm:spPr/>
    </dgm:pt>
    <dgm:pt modelId="{7F477073-F01E-40F9-869B-3711D4CDCBAD}" type="pres">
      <dgm:prSet presAssocID="{DD1F2B10-290F-4F96-84C3-A8FAA3A01512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832B0406-E498-4638-BE8E-A35D867BAE2E}" type="presOf" srcId="{DD1F2B10-290F-4F96-84C3-A8FAA3A01512}" destId="{7F477073-F01E-40F9-869B-3711D4CDCBAD}" srcOrd="0" destOrd="0" presId="urn:microsoft.com/office/officeart/2005/8/layout/lProcess3"/>
    <dgm:cxn modelId="{B2D40E10-E997-4C00-9E44-0EC118D5F0AB}" srcId="{3BF030DE-EFBF-445E-9A13-7EC393FE58DA}" destId="{F08B5743-9BE7-4801-85D4-CA194D5822A0}" srcOrd="3" destOrd="0" parTransId="{E681EFAE-D0AE-4143-9077-21FA03564E17}" sibTransId="{A51F9C88-68CE-4184-81F8-25EC2864A72B}"/>
    <dgm:cxn modelId="{CBA47930-219A-4598-B20D-B5A25CA6B8C4}" srcId="{19BEF17E-E82F-40FF-846A-DD291E5313E4}" destId="{F1A1079E-F2CB-4563-BB29-CBA5600E3857}" srcOrd="0" destOrd="0" parTransId="{4ABCDD2D-82EB-417A-BFF4-D50C8705D75E}" sibTransId="{5BE849A5-A57C-4D10-979F-2D21C4710E72}"/>
    <dgm:cxn modelId="{7197B25C-231C-4118-A499-E922FB49AC4D}" srcId="{F08B5743-9BE7-4801-85D4-CA194D5822A0}" destId="{DD1F2B10-290F-4F96-84C3-A8FAA3A01512}" srcOrd="0" destOrd="0" parTransId="{DA600104-A8D2-4BD6-80CD-F6CC08A022AF}" sibTransId="{CFDBB0A4-0464-4106-9750-938E22061F04}"/>
    <dgm:cxn modelId="{966C5848-F4C1-46EF-9869-FF408C580558}" srcId="{3BF030DE-EFBF-445E-9A13-7EC393FE58DA}" destId="{19BEF17E-E82F-40FF-846A-DD291E5313E4}" srcOrd="1" destOrd="0" parTransId="{E4FB31C1-E024-4984-81C8-A73201DCFB82}" sibTransId="{2968893B-CC9E-49F2-BB00-B7ED767B2009}"/>
    <dgm:cxn modelId="{C518E74B-5A9A-484E-98E3-923E885F4443}" type="presOf" srcId="{9E3BB72D-EF7D-4E2A-8BEA-F59BCF7B6EEA}" destId="{54464D1C-2D90-4E7E-95EE-A42E4C9EDFA7}" srcOrd="0" destOrd="0" presId="urn:microsoft.com/office/officeart/2005/8/layout/lProcess3"/>
    <dgm:cxn modelId="{56B18774-27EA-497B-8B07-54489BA413D7}" srcId="{3BF030DE-EFBF-445E-9A13-7EC393FE58DA}" destId="{ED3010BF-D096-441A-AFA6-1ED1C334CBFC}" srcOrd="0" destOrd="0" parTransId="{93BF83B1-F828-4481-A19B-BD91B935BEDF}" sibTransId="{9F00FE2A-1117-40AA-9019-D0B48278BD09}"/>
    <dgm:cxn modelId="{56E19A55-3A34-473B-B478-70A230483FE8}" type="presOf" srcId="{F08B5743-9BE7-4801-85D4-CA194D5822A0}" destId="{DB06193C-E8C0-4073-84F5-84C3DBA970E8}" srcOrd="0" destOrd="0" presId="urn:microsoft.com/office/officeart/2005/8/layout/lProcess3"/>
    <dgm:cxn modelId="{D3B2BE7D-1E4C-4D06-B282-01DB42345D90}" type="presOf" srcId="{F1A1079E-F2CB-4563-BB29-CBA5600E3857}" destId="{D34C402C-E00A-4F69-9E56-882A0A0B6F02}" srcOrd="0" destOrd="0" presId="urn:microsoft.com/office/officeart/2005/8/layout/lProcess3"/>
    <dgm:cxn modelId="{03D66399-DF26-4602-B9F0-C452960B8F74}" type="presOf" srcId="{19BEF17E-E82F-40FF-846A-DD291E5313E4}" destId="{9CF6C397-721F-47DB-90FC-81C25AF36E2F}" srcOrd="0" destOrd="0" presId="urn:microsoft.com/office/officeart/2005/8/layout/lProcess3"/>
    <dgm:cxn modelId="{71BFF7A8-B01A-4CAC-B7D6-BC9D2FDB92B5}" srcId="{3F2416B8-0824-4EC3-B1E0-8DB622747E49}" destId="{9E3BB72D-EF7D-4E2A-8BEA-F59BCF7B6EEA}" srcOrd="0" destOrd="0" parTransId="{0DAC1561-8453-4EE9-9E7F-54053F652C56}" sibTransId="{53FC5A6E-9A4A-444F-A0AE-8AF38A08E815}"/>
    <dgm:cxn modelId="{BB7147C1-9762-4D1E-80EF-7FEE157C7D9E}" type="presOf" srcId="{3BF030DE-EFBF-445E-9A13-7EC393FE58DA}" destId="{CC7F19FA-03DC-4916-B444-2DB9E1B409FE}" srcOrd="0" destOrd="0" presId="urn:microsoft.com/office/officeart/2005/8/layout/lProcess3"/>
    <dgm:cxn modelId="{7389B1C8-F09B-4A62-AE63-F150BFCAD620}" type="presOf" srcId="{3F2416B8-0824-4EC3-B1E0-8DB622747E49}" destId="{B161BAFE-91D0-45D3-98A6-11554432A64B}" srcOrd="0" destOrd="0" presId="urn:microsoft.com/office/officeart/2005/8/layout/lProcess3"/>
    <dgm:cxn modelId="{49B30ED6-1435-466C-A456-FF24F2FD958D}" srcId="{3BF030DE-EFBF-445E-9A13-7EC393FE58DA}" destId="{3F2416B8-0824-4EC3-B1E0-8DB622747E49}" srcOrd="2" destOrd="0" parTransId="{7DA2DFD9-1317-48D8-BDDD-43FAD9D242A0}" sibTransId="{2F7CED6F-01CF-4E58-BF87-19EEC9947758}"/>
    <dgm:cxn modelId="{BA8DB3E2-463F-4070-B5A5-26299B22A6DE}" srcId="{ED3010BF-D096-441A-AFA6-1ED1C334CBFC}" destId="{D2DBF40A-6EF1-4930-9D4E-9E047E2AF71F}" srcOrd="0" destOrd="0" parTransId="{C039A0DB-9844-45C3-AE90-7056E553249A}" sibTransId="{783EC0F1-9058-4A73-8F20-284971C9F6D8}"/>
    <dgm:cxn modelId="{3D06CCE9-AC3B-4C49-B95E-58516BFE36E1}" type="presOf" srcId="{ED3010BF-D096-441A-AFA6-1ED1C334CBFC}" destId="{F28C6DC6-325F-4DCB-B7E3-918E80B23947}" srcOrd="0" destOrd="0" presId="urn:microsoft.com/office/officeart/2005/8/layout/lProcess3"/>
    <dgm:cxn modelId="{AE57CCE9-1395-42FF-B215-736D8557FAD4}" type="presOf" srcId="{D2DBF40A-6EF1-4930-9D4E-9E047E2AF71F}" destId="{4E3252D4-0A7E-44BA-918E-6316DB717EFC}" srcOrd="0" destOrd="0" presId="urn:microsoft.com/office/officeart/2005/8/layout/lProcess3"/>
    <dgm:cxn modelId="{B67418D7-AA4C-466F-880B-13BCECC47973}" type="presParOf" srcId="{CC7F19FA-03DC-4916-B444-2DB9E1B409FE}" destId="{D2E1AB24-D1A6-46D9-BB66-1884BC548670}" srcOrd="0" destOrd="0" presId="urn:microsoft.com/office/officeart/2005/8/layout/lProcess3"/>
    <dgm:cxn modelId="{9CFB5B6D-C8A1-492B-BFE1-9F4241674790}" type="presParOf" srcId="{D2E1AB24-D1A6-46D9-BB66-1884BC548670}" destId="{F28C6DC6-325F-4DCB-B7E3-918E80B23947}" srcOrd="0" destOrd="0" presId="urn:microsoft.com/office/officeart/2005/8/layout/lProcess3"/>
    <dgm:cxn modelId="{A84F69EF-23EE-49D8-977F-3330619CB4B7}" type="presParOf" srcId="{D2E1AB24-D1A6-46D9-BB66-1884BC548670}" destId="{4300F3E4-6C74-420C-8D3B-B92D64EF1800}" srcOrd="1" destOrd="0" presId="urn:microsoft.com/office/officeart/2005/8/layout/lProcess3"/>
    <dgm:cxn modelId="{0C165502-0434-4A89-A3B1-A95F88CDB0B4}" type="presParOf" srcId="{D2E1AB24-D1A6-46D9-BB66-1884BC548670}" destId="{4E3252D4-0A7E-44BA-918E-6316DB717EFC}" srcOrd="2" destOrd="0" presId="urn:microsoft.com/office/officeart/2005/8/layout/lProcess3"/>
    <dgm:cxn modelId="{CE54D929-9296-4E21-8380-5AC8A46B07DA}" type="presParOf" srcId="{CC7F19FA-03DC-4916-B444-2DB9E1B409FE}" destId="{C125EA6A-ABEC-4D6A-93C8-B3E220E20FDA}" srcOrd="1" destOrd="0" presId="urn:microsoft.com/office/officeart/2005/8/layout/lProcess3"/>
    <dgm:cxn modelId="{B155142A-612C-4F2C-A3B5-4E419B00FF3F}" type="presParOf" srcId="{CC7F19FA-03DC-4916-B444-2DB9E1B409FE}" destId="{62E5FA8D-9DBB-4FAD-BD91-98101613E61C}" srcOrd="2" destOrd="0" presId="urn:microsoft.com/office/officeart/2005/8/layout/lProcess3"/>
    <dgm:cxn modelId="{3503C07B-DC3D-4A77-A00D-2BD8F16627E9}" type="presParOf" srcId="{62E5FA8D-9DBB-4FAD-BD91-98101613E61C}" destId="{9CF6C397-721F-47DB-90FC-81C25AF36E2F}" srcOrd="0" destOrd="0" presId="urn:microsoft.com/office/officeart/2005/8/layout/lProcess3"/>
    <dgm:cxn modelId="{71C0BE1B-164A-4A73-87F6-5DBD13226889}" type="presParOf" srcId="{62E5FA8D-9DBB-4FAD-BD91-98101613E61C}" destId="{8B708270-1398-47C8-AA02-16B957988F14}" srcOrd="1" destOrd="0" presId="urn:microsoft.com/office/officeart/2005/8/layout/lProcess3"/>
    <dgm:cxn modelId="{AA7935BB-5146-4ABA-8F94-E468DDBB4CD7}" type="presParOf" srcId="{62E5FA8D-9DBB-4FAD-BD91-98101613E61C}" destId="{D34C402C-E00A-4F69-9E56-882A0A0B6F02}" srcOrd="2" destOrd="0" presId="urn:microsoft.com/office/officeart/2005/8/layout/lProcess3"/>
    <dgm:cxn modelId="{94C74FEB-9CD1-4B6F-92D1-3A6F2DF5CAEC}" type="presParOf" srcId="{CC7F19FA-03DC-4916-B444-2DB9E1B409FE}" destId="{C992AAFA-AEF1-44D2-9679-5BC4179D1DE9}" srcOrd="3" destOrd="0" presId="urn:microsoft.com/office/officeart/2005/8/layout/lProcess3"/>
    <dgm:cxn modelId="{5B241DA5-5386-4E25-8845-6966E39F081D}" type="presParOf" srcId="{CC7F19FA-03DC-4916-B444-2DB9E1B409FE}" destId="{C9AA5B74-B06D-4704-B995-90DD5A5B20DC}" srcOrd="4" destOrd="0" presId="urn:microsoft.com/office/officeart/2005/8/layout/lProcess3"/>
    <dgm:cxn modelId="{FBD15929-DC0C-456D-9DFE-21985FD94333}" type="presParOf" srcId="{C9AA5B74-B06D-4704-B995-90DD5A5B20DC}" destId="{B161BAFE-91D0-45D3-98A6-11554432A64B}" srcOrd="0" destOrd="0" presId="urn:microsoft.com/office/officeart/2005/8/layout/lProcess3"/>
    <dgm:cxn modelId="{3B31230D-4B5C-46C3-9780-1ED6E0E5A220}" type="presParOf" srcId="{C9AA5B74-B06D-4704-B995-90DD5A5B20DC}" destId="{42EBFA76-9FF9-4762-9D2A-709E8B9DC4BE}" srcOrd="1" destOrd="0" presId="urn:microsoft.com/office/officeart/2005/8/layout/lProcess3"/>
    <dgm:cxn modelId="{6B897FE9-2C6A-407C-B64C-F5FF76BACF4E}" type="presParOf" srcId="{C9AA5B74-B06D-4704-B995-90DD5A5B20DC}" destId="{54464D1C-2D90-4E7E-95EE-A42E4C9EDFA7}" srcOrd="2" destOrd="0" presId="urn:microsoft.com/office/officeart/2005/8/layout/lProcess3"/>
    <dgm:cxn modelId="{C7E7E9D5-E4E1-4A66-99E1-1C4B035241B3}" type="presParOf" srcId="{CC7F19FA-03DC-4916-B444-2DB9E1B409FE}" destId="{E87C687E-3AB0-41DB-83BA-A8121B34F92D}" srcOrd="5" destOrd="0" presId="urn:microsoft.com/office/officeart/2005/8/layout/lProcess3"/>
    <dgm:cxn modelId="{A4C865A4-64A5-4FB7-956F-70864118950E}" type="presParOf" srcId="{CC7F19FA-03DC-4916-B444-2DB9E1B409FE}" destId="{CC234DAC-0388-43E7-9002-2B0EA1C8AAB4}" srcOrd="6" destOrd="0" presId="urn:microsoft.com/office/officeart/2005/8/layout/lProcess3"/>
    <dgm:cxn modelId="{FAB4024E-25F0-42EE-8DB5-FA0CCDE91913}" type="presParOf" srcId="{CC234DAC-0388-43E7-9002-2B0EA1C8AAB4}" destId="{DB06193C-E8C0-4073-84F5-84C3DBA970E8}" srcOrd="0" destOrd="0" presId="urn:microsoft.com/office/officeart/2005/8/layout/lProcess3"/>
    <dgm:cxn modelId="{0213B50A-4172-4ECD-9C2F-17EA7A4AB35A}" type="presParOf" srcId="{CC234DAC-0388-43E7-9002-2B0EA1C8AAB4}" destId="{55B79D72-495B-4BC4-BB0A-8CF0DC3ECE15}" srcOrd="1" destOrd="0" presId="urn:microsoft.com/office/officeart/2005/8/layout/lProcess3"/>
    <dgm:cxn modelId="{8A176070-8656-4240-8C93-7463091F3D2C}" type="presParOf" srcId="{CC234DAC-0388-43E7-9002-2B0EA1C8AAB4}" destId="{7F477073-F01E-40F9-869B-3711D4CDCBAD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7C6CCC4-1A78-48BB-9932-55E4D4F1646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B7E003-AE58-4086-8C49-357553E85794}">
      <dgm:prSet phldrT="[Текст]" custT="1"/>
      <dgm:spPr/>
      <dgm:t>
        <a:bodyPr/>
        <a:lstStyle/>
        <a:p>
          <a:r>
            <a:rPr lang="ru-RU" sz="4000" dirty="0"/>
            <a:t>События</a:t>
          </a:r>
          <a:endParaRPr lang="en-US" sz="4000" dirty="0"/>
        </a:p>
      </dgm:t>
    </dgm:pt>
    <dgm:pt modelId="{64ADEA51-7042-443F-AE2A-9568312F7DE0}" type="parTrans" cxnId="{99396D66-7312-4B77-A468-9E98E5F70C78}">
      <dgm:prSet/>
      <dgm:spPr/>
      <dgm:t>
        <a:bodyPr/>
        <a:lstStyle/>
        <a:p>
          <a:endParaRPr lang="en-US"/>
        </a:p>
      </dgm:t>
    </dgm:pt>
    <dgm:pt modelId="{858C9692-AEF6-4397-B9BC-2D1ECE0B7ABC}" type="sibTrans" cxnId="{99396D66-7312-4B77-A468-9E98E5F70C78}">
      <dgm:prSet/>
      <dgm:spPr/>
      <dgm:t>
        <a:bodyPr/>
        <a:lstStyle/>
        <a:p>
          <a:endParaRPr lang="en-US"/>
        </a:p>
      </dgm:t>
    </dgm:pt>
    <dgm:pt modelId="{579F9016-1BB1-4969-8855-BA2B647DF6F3}">
      <dgm:prSet phldrT="[Текст]" custT="1"/>
      <dgm:spPr/>
      <dgm:t>
        <a:bodyPr/>
        <a:lstStyle/>
        <a:p>
          <a:r>
            <a:rPr lang="ru-RU" sz="2000" dirty="0">
              <a:solidFill>
                <a:srgbClr val="FF0000"/>
              </a:solidFill>
            </a:rPr>
            <a:t>с ручным сбросом</a:t>
          </a:r>
        </a:p>
        <a:p>
          <a:r>
            <a:rPr lang="ru-RU" sz="1600" dirty="0"/>
            <a:t>(все </a:t>
          </a:r>
          <a:r>
            <a:rPr lang="ru-RU" sz="1600" dirty="0" err="1"/>
            <a:t>потоки,ожидающие</a:t>
          </a:r>
          <a:r>
            <a:rPr lang="ru-RU" sz="1600" dirty="0"/>
            <a:t> наступления события, переходят  в состояние «готовность»</a:t>
          </a:r>
          <a:endParaRPr lang="en-US" sz="1600" dirty="0"/>
        </a:p>
      </dgm:t>
    </dgm:pt>
    <dgm:pt modelId="{6813DFCC-945F-4519-B99C-CCE7E0AF123E}" type="parTrans" cxnId="{83A15221-6CCD-4AD2-87FF-1B7EDB104DC6}">
      <dgm:prSet/>
      <dgm:spPr/>
      <dgm:t>
        <a:bodyPr/>
        <a:lstStyle/>
        <a:p>
          <a:endParaRPr lang="en-US"/>
        </a:p>
      </dgm:t>
    </dgm:pt>
    <dgm:pt modelId="{E98EA834-DA87-4B3C-B13A-3F2833CED633}" type="sibTrans" cxnId="{83A15221-6CCD-4AD2-87FF-1B7EDB104DC6}">
      <dgm:prSet/>
      <dgm:spPr/>
      <dgm:t>
        <a:bodyPr/>
        <a:lstStyle/>
        <a:p>
          <a:endParaRPr lang="en-US"/>
        </a:p>
      </dgm:t>
    </dgm:pt>
    <dgm:pt modelId="{5BA0BF6E-E766-49FC-B185-FF598F44B3DA}">
      <dgm:prSet phldrT="[Текст]" custT="1"/>
      <dgm:spPr/>
      <dgm:t>
        <a:bodyPr/>
        <a:lstStyle/>
        <a:p>
          <a:r>
            <a:rPr lang="ru-RU" sz="2000" dirty="0">
              <a:solidFill>
                <a:srgbClr val="FF0000"/>
              </a:solidFill>
            </a:rPr>
            <a:t>с автоматическим сбросом</a:t>
          </a:r>
        </a:p>
        <a:p>
          <a:r>
            <a:rPr lang="ru-RU" sz="1600" dirty="0">
              <a:solidFill>
                <a:schemeClr val="tx1"/>
              </a:solidFill>
            </a:rPr>
            <a:t>(как и в случае </a:t>
          </a:r>
          <a:r>
            <a:rPr lang="ru-RU" sz="1600" dirty="0" err="1">
              <a:solidFill>
                <a:schemeClr val="tx1"/>
              </a:solidFill>
            </a:rPr>
            <a:t>мьютекса</a:t>
          </a:r>
          <a:r>
            <a:rPr lang="ru-RU" sz="1600" dirty="0">
              <a:solidFill>
                <a:schemeClr val="tx1"/>
              </a:solidFill>
            </a:rPr>
            <a:t>, в состояние «готовность» переводится только один поток</a:t>
          </a:r>
          <a:r>
            <a:rPr lang="en-US" sz="1600" dirty="0">
              <a:solidFill>
                <a:schemeClr val="tx1"/>
              </a:solidFill>
            </a:rPr>
            <a:t>  </a:t>
          </a:r>
          <a:r>
            <a:rPr lang="ru-RU" sz="1600" dirty="0">
              <a:solidFill>
                <a:schemeClr val="tx1"/>
              </a:solidFill>
            </a:rPr>
            <a:t> </a:t>
          </a:r>
          <a:endParaRPr lang="en-US" sz="1600" dirty="0">
            <a:solidFill>
              <a:schemeClr val="tx1"/>
            </a:solidFill>
          </a:endParaRPr>
        </a:p>
      </dgm:t>
    </dgm:pt>
    <dgm:pt modelId="{450EAED9-9309-41C5-9080-98C7D0508521}" type="parTrans" cxnId="{E8AB2159-EA1D-4776-B3BF-530EB9E9DE80}">
      <dgm:prSet/>
      <dgm:spPr/>
      <dgm:t>
        <a:bodyPr/>
        <a:lstStyle/>
        <a:p>
          <a:endParaRPr lang="en-US"/>
        </a:p>
      </dgm:t>
    </dgm:pt>
    <dgm:pt modelId="{5A12FACE-FA26-4013-ABAF-A0E817A53212}" type="sibTrans" cxnId="{E8AB2159-EA1D-4776-B3BF-530EB9E9DE80}">
      <dgm:prSet/>
      <dgm:spPr/>
      <dgm:t>
        <a:bodyPr/>
        <a:lstStyle/>
        <a:p>
          <a:endParaRPr lang="en-US"/>
        </a:p>
      </dgm:t>
    </dgm:pt>
    <dgm:pt modelId="{FAD251B3-8032-42A0-B921-BE3269698E63}" type="pres">
      <dgm:prSet presAssocID="{07C6CCC4-1A78-48BB-9932-55E4D4F164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163A0D4-650A-414F-8CCD-9C604C9166AF}" type="pres">
      <dgm:prSet presAssocID="{25B7E003-AE58-4086-8C49-357553E85794}" presName="hierRoot1" presStyleCnt="0"/>
      <dgm:spPr/>
    </dgm:pt>
    <dgm:pt modelId="{05D7DB24-F99B-48B2-B18E-0DAF7A250CE5}" type="pres">
      <dgm:prSet presAssocID="{25B7E003-AE58-4086-8C49-357553E85794}" presName="composite" presStyleCnt="0"/>
      <dgm:spPr/>
    </dgm:pt>
    <dgm:pt modelId="{78E344D7-8C3C-4799-82AC-B4157607E14A}" type="pres">
      <dgm:prSet presAssocID="{25B7E003-AE58-4086-8C49-357553E85794}" presName="background" presStyleLbl="node0" presStyleIdx="0" presStyleCnt="1"/>
      <dgm:spPr/>
    </dgm:pt>
    <dgm:pt modelId="{87384631-3A14-405C-9EAC-60C57C6EA26A}" type="pres">
      <dgm:prSet presAssocID="{25B7E003-AE58-4086-8C49-357553E85794}" presName="text" presStyleLbl="fgAcc0" presStyleIdx="0" presStyleCnt="1" custScaleX="132045" custScaleY="49584">
        <dgm:presLayoutVars>
          <dgm:chPref val="3"/>
        </dgm:presLayoutVars>
      </dgm:prSet>
      <dgm:spPr/>
    </dgm:pt>
    <dgm:pt modelId="{C8019BBC-854E-4A74-A970-78DFF85F3B46}" type="pres">
      <dgm:prSet presAssocID="{25B7E003-AE58-4086-8C49-357553E85794}" presName="hierChild2" presStyleCnt="0"/>
      <dgm:spPr/>
    </dgm:pt>
    <dgm:pt modelId="{56084298-2107-468D-9CB4-A43BD4BCFA7E}" type="pres">
      <dgm:prSet presAssocID="{6813DFCC-945F-4519-B99C-CCE7E0AF123E}" presName="Name10" presStyleLbl="parChTrans1D2" presStyleIdx="0" presStyleCnt="2"/>
      <dgm:spPr/>
    </dgm:pt>
    <dgm:pt modelId="{A6F5FEBF-A8E1-4D75-AF82-6D9E392A510E}" type="pres">
      <dgm:prSet presAssocID="{579F9016-1BB1-4969-8855-BA2B647DF6F3}" presName="hierRoot2" presStyleCnt="0"/>
      <dgm:spPr/>
    </dgm:pt>
    <dgm:pt modelId="{0B891BDA-9120-4E56-80E0-BFD0F723363A}" type="pres">
      <dgm:prSet presAssocID="{579F9016-1BB1-4969-8855-BA2B647DF6F3}" presName="composite2" presStyleCnt="0"/>
      <dgm:spPr/>
    </dgm:pt>
    <dgm:pt modelId="{D6AA93B6-9E83-45B2-83E7-8F77A6A08767}" type="pres">
      <dgm:prSet presAssocID="{579F9016-1BB1-4969-8855-BA2B647DF6F3}" presName="background2" presStyleLbl="node2" presStyleIdx="0" presStyleCnt="2"/>
      <dgm:spPr/>
    </dgm:pt>
    <dgm:pt modelId="{0C68143C-56B4-4A5E-B400-6CC2537FADA3}" type="pres">
      <dgm:prSet presAssocID="{579F9016-1BB1-4969-8855-BA2B647DF6F3}" presName="text2" presStyleLbl="fgAcc2" presStyleIdx="0" presStyleCnt="2">
        <dgm:presLayoutVars>
          <dgm:chPref val="3"/>
        </dgm:presLayoutVars>
      </dgm:prSet>
      <dgm:spPr/>
    </dgm:pt>
    <dgm:pt modelId="{D3055FB7-C03F-46DA-A2E2-815CD726627B}" type="pres">
      <dgm:prSet presAssocID="{579F9016-1BB1-4969-8855-BA2B647DF6F3}" presName="hierChild3" presStyleCnt="0"/>
      <dgm:spPr/>
    </dgm:pt>
    <dgm:pt modelId="{E559DB71-2293-462D-AAF3-E9579749675A}" type="pres">
      <dgm:prSet presAssocID="{450EAED9-9309-41C5-9080-98C7D0508521}" presName="Name10" presStyleLbl="parChTrans1D2" presStyleIdx="1" presStyleCnt="2"/>
      <dgm:spPr/>
    </dgm:pt>
    <dgm:pt modelId="{731DAC86-E341-4A04-85A0-AB8F5F1274B1}" type="pres">
      <dgm:prSet presAssocID="{5BA0BF6E-E766-49FC-B185-FF598F44B3DA}" presName="hierRoot2" presStyleCnt="0"/>
      <dgm:spPr/>
    </dgm:pt>
    <dgm:pt modelId="{F5AD9F65-858C-46F2-A587-203EA4B12775}" type="pres">
      <dgm:prSet presAssocID="{5BA0BF6E-E766-49FC-B185-FF598F44B3DA}" presName="composite2" presStyleCnt="0"/>
      <dgm:spPr/>
    </dgm:pt>
    <dgm:pt modelId="{7A271042-7A11-43F2-8B3C-BAAA7CE68569}" type="pres">
      <dgm:prSet presAssocID="{5BA0BF6E-E766-49FC-B185-FF598F44B3DA}" presName="background2" presStyleLbl="node2" presStyleIdx="1" presStyleCnt="2"/>
      <dgm:spPr/>
    </dgm:pt>
    <dgm:pt modelId="{B46C13CA-CA8B-461D-AE18-775A4FC6089D}" type="pres">
      <dgm:prSet presAssocID="{5BA0BF6E-E766-49FC-B185-FF598F44B3DA}" presName="text2" presStyleLbl="fgAcc2" presStyleIdx="1" presStyleCnt="2">
        <dgm:presLayoutVars>
          <dgm:chPref val="3"/>
        </dgm:presLayoutVars>
      </dgm:prSet>
      <dgm:spPr/>
    </dgm:pt>
    <dgm:pt modelId="{E129D5D5-9413-4C8C-9710-783B382B8FFD}" type="pres">
      <dgm:prSet presAssocID="{5BA0BF6E-E766-49FC-B185-FF598F44B3DA}" presName="hierChild3" presStyleCnt="0"/>
      <dgm:spPr/>
    </dgm:pt>
  </dgm:ptLst>
  <dgm:cxnLst>
    <dgm:cxn modelId="{83A15221-6CCD-4AD2-87FF-1B7EDB104DC6}" srcId="{25B7E003-AE58-4086-8C49-357553E85794}" destId="{579F9016-1BB1-4969-8855-BA2B647DF6F3}" srcOrd="0" destOrd="0" parTransId="{6813DFCC-945F-4519-B99C-CCE7E0AF123E}" sibTransId="{E98EA834-DA87-4B3C-B13A-3F2833CED633}"/>
    <dgm:cxn modelId="{91640031-E7AD-4DFA-9650-7F02D5E372B5}" type="presOf" srcId="{579F9016-1BB1-4969-8855-BA2B647DF6F3}" destId="{0C68143C-56B4-4A5E-B400-6CC2537FADA3}" srcOrd="0" destOrd="0" presId="urn:microsoft.com/office/officeart/2005/8/layout/hierarchy1"/>
    <dgm:cxn modelId="{99396D66-7312-4B77-A468-9E98E5F70C78}" srcId="{07C6CCC4-1A78-48BB-9932-55E4D4F16464}" destId="{25B7E003-AE58-4086-8C49-357553E85794}" srcOrd="0" destOrd="0" parTransId="{64ADEA51-7042-443F-AE2A-9568312F7DE0}" sibTransId="{858C9692-AEF6-4397-B9BC-2D1ECE0B7ABC}"/>
    <dgm:cxn modelId="{B36A3551-F801-4EE2-8CCC-A4BD89E3ECA5}" type="presOf" srcId="{6813DFCC-945F-4519-B99C-CCE7E0AF123E}" destId="{56084298-2107-468D-9CB4-A43BD4BCFA7E}" srcOrd="0" destOrd="0" presId="urn:microsoft.com/office/officeart/2005/8/layout/hierarchy1"/>
    <dgm:cxn modelId="{E8AB2159-EA1D-4776-B3BF-530EB9E9DE80}" srcId="{25B7E003-AE58-4086-8C49-357553E85794}" destId="{5BA0BF6E-E766-49FC-B185-FF598F44B3DA}" srcOrd="1" destOrd="0" parTransId="{450EAED9-9309-41C5-9080-98C7D0508521}" sibTransId="{5A12FACE-FA26-4013-ABAF-A0E817A53212}"/>
    <dgm:cxn modelId="{5FED2184-F403-48FE-A4F6-51B3A5884BEA}" type="presOf" srcId="{07C6CCC4-1A78-48BB-9932-55E4D4F16464}" destId="{FAD251B3-8032-42A0-B921-BE3269698E63}" srcOrd="0" destOrd="0" presId="urn:microsoft.com/office/officeart/2005/8/layout/hierarchy1"/>
    <dgm:cxn modelId="{9A4D09C0-65B1-472A-934E-DDC99980A4A8}" type="presOf" srcId="{5BA0BF6E-E766-49FC-B185-FF598F44B3DA}" destId="{B46C13CA-CA8B-461D-AE18-775A4FC6089D}" srcOrd="0" destOrd="0" presId="urn:microsoft.com/office/officeart/2005/8/layout/hierarchy1"/>
    <dgm:cxn modelId="{608DB6CE-680D-4B49-8192-5E8A413B8F65}" type="presOf" srcId="{450EAED9-9309-41C5-9080-98C7D0508521}" destId="{E559DB71-2293-462D-AAF3-E9579749675A}" srcOrd="0" destOrd="0" presId="urn:microsoft.com/office/officeart/2005/8/layout/hierarchy1"/>
    <dgm:cxn modelId="{1FEC7BD9-E5C8-4E29-AF85-13F784CD16F0}" type="presOf" srcId="{25B7E003-AE58-4086-8C49-357553E85794}" destId="{87384631-3A14-405C-9EAC-60C57C6EA26A}" srcOrd="0" destOrd="0" presId="urn:microsoft.com/office/officeart/2005/8/layout/hierarchy1"/>
    <dgm:cxn modelId="{D7BDA093-CA43-4EC4-830E-CA72DA19A88C}" type="presParOf" srcId="{FAD251B3-8032-42A0-B921-BE3269698E63}" destId="{4163A0D4-650A-414F-8CCD-9C604C9166AF}" srcOrd="0" destOrd="0" presId="urn:microsoft.com/office/officeart/2005/8/layout/hierarchy1"/>
    <dgm:cxn modelId="{1F0CDC20-E951-420A-B0AF-BAD73B479A87}" type="presParOf" srcId="{4163A0D4-650A-414F-8CCD-9C604C9166AF}" destId="{05D7DB24-F99B-48B2-B18E-0DAF7A250CE5}" srcOrd="0" destOrd="0" presId="urn:microsoft.com/office/officeart/2005/8/layout/hierarchy1"/>
    <dgm:cxn modelId="{F6EE9875-1A2F-4090-8CD3-B468B9B9D8E9}" type="presParOf" srcId="{05D7DB24-F99B-48B2-B18E-0DAF7A250CE5}" destId="{78E344D7-8C3C-4799-82AC-B4157607E14A}" srcOrd="0" destOrd="0" presId="urn:microsoft.com/office/officeart/2005/8/layout/hierarchy1"/>
    <dgm:cxn modelId="{7811E28A-65C8-4366-877A-E89722A6C180}" type="presParOf" srcId="{05D7DB24-F99B-48B2-B18E-0DAF7A250CE5}" destId="{87384631-3A14-405C-9EAC-60C57C6EA26A}" srcOrd="1" destOrd="0" presId="urn:microsoft.com/office/officeart/2005/8/layout/hierarchy1"/>
    <dgm:cxn modelId="{0E7C7CD0-99B6-44B8-9BE5-D0A11C056089}" type="presParOf" srcId="{4163A0D4-650A-414F-8CCD-9C604C9166AF}" destId="{C8019BBC-854E-4A74-A970-78DFF85F3B46}" srcOrd="1" destOrd="0" presId="urn:microsoft.com/office/officeart/2005/8/layout/hierarchy1"/>
    <dgm:cxn modelId="{272F6BA8-A16A-428F-B552-5B7D100A0373}" type="presParOf" srcId="{C8019BBC-854E-4A74-A970-78DFF85F3B46}" destId="{56084298-2107-468D-9CB4-A43BD4BCFA7E}" srcOrd="0" destOrd="0" presId="urn:microsoft.com/office/officeart/2005/8/layout/hierarchy1"/>
    <dgm:cxn modelId="{1BB11FBC-75EF-46F2-8857-21AA82A7A849}" type="presParOf" srcId="{C8019BBC-854E-4A74-A970-78DFF85F3B46}" destId="{A6F5FEBF-A8E1-4D75-AF82-6D9E392A510E}" srcOrd="1" destOrd="0" presId="urn:microsoft.com/office/officeart/2005/8/layout/hierarchy1"/>
    <dgm:cxn modelId="{C17D5495-EEEF-407C-BFAB-8A2539D8D52C}" type="presParOf" srcId="{A6F5FEBF-A8E1-4D75-AF82-6D9E392A510E}" destId="{0B891BDA-9120-4E56-80E0-BFD0F723363A}" srcOrd="0" destOrd="0" presId="urn:microsoft.com/office/officeart/2005/8/layout/hierarchy1"/>
    <dgm:cxn modelId="{04556C13-1F98-4A21-A3DF-B04FEED01C80}" type="presParOf" srcId="{0B891BDA-9120-4E56-80E0-BFD0F723363A}" destId="{D6AA93B6-9E83-45B2-83E7-8F77A6A08767}" srcOrd="0" destOrd="0" presId="urn:microsoft.com/office/officeart/2005/8/layout/hierarchy1"/>
    <dgm:cxn modelId="{A53CACF1-2441-48C2-9F50-355CB08DD09F}" type="presParOf" srcId="{0B891BDA-9120-4E56-80E0-BFD0F723363A}" destId="{0C68143C-56B4-4A5E-B400-6CC2537FADA3}" srcOrd="1" destOrd="0" presId="urn:microsoft.com/office/officeart/2005/8/layout/hierarchy1"/>
    <dgm:cxn modelId="{49B92386-176F-48CE-9190-84E30FFA3BA4}" type="presParOf" srcId="{A6F5FEBF-A8E1-4D75-AF82-6D9E392A510E}" destId="{D3055FB7-C03F-46DA-A2E2-815CD726627B}" srcOrd="1" destOrd="0" presId="urn:microsoft.com/office/officeart/2005/8/layout/hierarchy1"/>
    <dgm:cxn modelId="{C3EDD08A-8AA0-4B47-8CA0-A99133D4A816}" type="presParOf" srcId="{C8019BBC-854E-4A74-A970-78DFF85F3B46}" destId="{E559DB71-2293-462D-AAF3-E9579749675A}" srcOrd="2" destOrd="0" presId="urn:microsoft.com/office/officeart/2005/8/layout/hierarchy1"/>
    <dgm:cxn modelId="{E24FC431-75AB-4268-A363-C82125B3FE22}" type="presParOf" srcId="{C8019BBC-854E-4A74-A970-78DFF85F3B46}" destId="{731DAC86-E341-4A04-85A0-AB8F5F1274B1}" srcOrd="3" destOrd="0" presId="urn:microsoft.com/office/officeart/2005/8/layout/hierarchy1"/>
    <dgm:cxn modelId="{B4786C4F-7695-4167-BDC1-2BCFCB549AB1}" type="presParOf" srcId="{731DAC86-E341-4A04-85A0-AB8F5F1274B1}" destId="{F5AD9F65-858C-46F2-A587-203EA4B12775}" srcOrd="0" destOrd="0" presId="urn:microsoft.com/office/officeart/2005/8/layout/hierarchy1"/>
    <dgm:cxn modelId="{D53CDEDE-0785-44AF-BF93-534D1B3A5866}" type="presParOf" srcId="{F5AD9F65-858C-46F2-A587-203EA4B12775}" destId="{7A271042-7A11-43F2-8B3C-BAAA7CE68569}" srcOrd="0" destOrd="0" presId="urn:microsoft.com/office/officeart/2005/8/layout/hierarchy1"/>
    <dgm:cxn modelId="{9F6B7AF0-DD83-4923-A9A5-24A9B5DFC36E}" type="presParOf" srcId="{F5AD9F65-858C-46F2-A587-203EA4B12775}" destId="{B46C13CA-CA8B-461D-AE18-775A4FC6089D}" srcOrd="1" destOrd="0" presId="urn:microsoft.com/office/officeart/2005/8/layout/hierarchy1"/>
    <dgm:cxn modelId="{1D1AD20E-76DE-42AA-B02E-5FDEB9AD5845}" type="presParOf" srcId="{731DAC86-E341-4A04-85A0-AB8F5F1274B1}" destId="{E129D5D5-9413-4C8C-9710-783B382B8F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59D8874-17BE-B049-96CF-DB9B0FE0BB08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F7F8EFC3-7A9D-C74D-9329-28EF291B0B08}">
      <dgm:prSet/>
      <dgm:spPr/>
      <dgm:t>
        <a:bodyPr/>
        <a:lstStyle/>
        <a:p>
          <a:pPr rtl="0"/>
          <a:r>
            <a:rPr lang="ru-RU"/>
            <a:t>Монитор – это пассивный набор разделяемых переменных и повторно входимых процедур доступа к ним, которыми процессы пользуются в режиме разделения, причем в каждый момент времени им может пользоваться только один процесс. </a:t>
          </a:r>
        </a:p>
      </dgm:t>
    </dgm:pt>
    <dgm:pt modelId="{4316B150-2378-2948-BC39-9E98E32A7AF1}" type="parTrans" cxnId="{7132D877-2230-BF42-BAD9-34C2E135686E}">
      <dgm:prSet/>
      <dgm:spPr/>
      <dgm:t>
        <a:bodyPr/>
        <a:lstStyle/>
        <a:p>
          <a:endParaRPr lang="ru-RU"/>
        </a:p>
      </dgm:t>
    </dgm:pt>
    <dgm:pt modelId="{360F5896-E680-E04F-BF4D-80E166F34902}" type="sibTrans" cxnId="{7132D877-2230-BF42-BAD9-34C2E135686E}">
      <dgm:prSet/>
      <dgm:spPr/>
      <dgm:t>
        <a:bodyPr/>
        <a:lstStyle/>
        <a:p>
          <a:endParaRPr lang="ru-RU"/>
        </a:p>
      </dgm:t>
    </dgm:pt>
    <dgm:pt modelId="{1A804163-C9C6-0042-A2E8-A9C5BF9B7475}" type="pres">
      <dgm:prSet presAssocID="{F59D8874-17BE-B049-96CF-DB9B0FE0BB0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54BEEA-DF0F-EA42-A7EA-9C82760B3D2F}" type="pres">
      <dgm:prSet presAssocID="{F7F8EFC3-7A9D-C74D-9329-28EF291B0B08}" presName="hierRoot1" presStyleCnt="0">
        <dgm:presLayoutVars>
          <dgm:hierBranch val="init"/>
        </dgm:presLayoutVars>
      </dgm:prSet>
      <dgm:spPr/>
    </dgm:pt>
    <dgm:pt modelId="{33FF3D20-F4A4-AA48-8E68-1858804F9F07}" type="pres">
      <dgm:prSet presAssocID="{F7F8EFC3-7A9D-C74D-9329-28EF291B0B08}" presName="rootComposite1" presStyleCnt="0"/>
      <dgm:spPr/>
    </dgm:pt>
    <dgm:pt modelId="{F758AE1F-315A-6748-AA34-5073F6D02889}" type="pres">
      <dgm:prSet presAssocID="{F7F8EFC3-7A9D-C74D-9329-28EF291B0B08}" presName="rootText1" presStyleLbl="node0" presStyleIdx="0" presStyleCnt="1">
        <dgm:presLayoutVars>
          <dgm:chPref val="3"/>
        </dgm:presLayoutVars>
      </dgm:prSet>
      <dgm:spPr/>
    </dgm:pt>
    <dgm:pt modelId="{C988A5E0-C8E4-3043-8ACA-1050BEE4C457}" type="pres">
      <dgm:prSet presAssocID="{F7F8EFC3-7A9D-C74D-9329-28EF291B0B08}" presName="rootConnector1" presStyleLbl="node1" presStyleIdx="0" presStyleCnt="0"/>
      <dgm:spPr/>
    </dgm:pt>
    <dgm:pt modelId="{8E2690B5-A8B3-D14E-8F6A-D3DD52B304CB}" type="pres">
      <dgm:prSet presAssocID="{F7F8EFC3-7A9D-C74D-9329-28EF291B0B08}" presName="hierChild2" presStyleCnt="0"/>
      <dgm:spPr/>
    </dgm:pt>
    <dgm:pt modelId="{A1866BF8-4C84-F24C-AA19-640C075DAC3A}" type="pres">
      <dgm:prSet presAssocID="{F7F8EFC3-7A9D-C74D-9329-28EF291B0B08}" presName="hierChild3" presStyleCnt="0"/>
      <dgm:spPr/>
    </dgm:pt>
  </dgm:ptLst>
  <dgm:cxnLst>
    <dgm:cxn modelId="{1135BE4D-EA0F-E949-90F9-4F541A8A7F51}" type="presOf" srcId="{F7F8EFC3-7A9D-C74D-9329-28EF291B0B08}" destId="{C988A5E0-C8E4-3043-8ACA-1050BEE4C457}" srcOrd="1" destOrd="0" presId="urn:microsoft.com/office/officeart/2005/8/layout/orgChart1"/>
    <dgm:cxn modelId="{7132D877-2230-BF42-BAD9-34C2E135686E}" srcId="{F59D8874-17BE-B049-96CF-DB9B0FE0BB08}" destId="{F7F8EFC3-7A9D-C74D-9329-28EF291B0B08}" srcOrd="0" destOrd="0" parTransId="{4316B150-2378-2948-BC39-9E98E32A7AF1}" sibTransId="{360F5896-E680-E04F-BF4D-80E166F34902}"/>
    <dgm:cxn modelId="{E497CB83-E0C6-1C42-8247-6BDE948F568B}" type="presOf" srcId="{F59D8874-17BE-B049-96CF-DB9B0FE0BB08}" destId="{1A804163-C9C6-0042-A2E8-A9C5BF9B7475}" srcOrd="0" destOrd="0" presId="urn:microsoft.com/office/officeart/2005/8/layout/orgChart1"/>
    <dgm:cxn modelId="{BEAA65E1-7DFF-364E-8894-D34868DCC4F7}" type="presOf" srcId="{F7F8EFC3-7A9D-C74D-9329-28EF291B0B08}" destId="{F758AE1F-315A-6748-AA34-5073F6D02889}" srcOrd="0" destOrd="0" presId="urn:microsoft.com/office/officeart/2005/8/layout/orgChart1"/>
    <dgm:cxn modelId="{63DB4E42-019E-1046-B29F-88762014F09C}" type="presParOf" srcId="{1A804163-C9C6-0042-A2E8-A9C5BF9B7475}" destId="{6854BEEA-DF0F-EA42-A7EA-9C82760B3D2F}" srcOrd="0" destOrd="0" presId="urn:microsoft.com/office/officeart/2005/8/layout/orgChart1"/>
    <dgm:cxn modelId="{47A5EC86-F90E-CA47-8220-02FF813BABF5}" type="presParOf" srcId="{6854BEEA-DF0F-EA42-A7EA-9C82760B3D2F}" destId="{33FF3D20-F4A4-AA48-8E68-1858804F9F07}" srcOrd="0" destOrd="0" presId="urn:microsoft.com/office/officeart/2005/8/layout/orgChart1"/>
    <dgm:cxn modelId="{249B7AAF-E551-434C-AEA7-CA9B2C12BDA0}" type="presParOf" srcId="{33FF3D20-F4A4-AA48-8E68-1858804F9F07}" destId="{F758AE1F-315A-6748-AA34-5073F6D02889}" srcOrd="0" destOrd="0" presId="urn:microsoft.com/office/officeart/2005/8/layout/orgChart1"/>
    <dgm:cxn modelId="{4401A718-F425-5942-B933-D5E7029C660A}" type="presParOf" srcId="{33FF3D20-F4A4-AA48-8E68-1858804F9F07}" destId="{C988A5E0-C8E4-3043-8ACA-1050BEE4C457}" srcOrd="1" destOrd="0" presId="urn:microsoft.com/office/officeart/2005/8/layout/orgChart1"/>
    <dgm:cxn modelId="{793B7481-E016-3E4A-9550-5B3834C6F148}" type="presParOf" srcId="{6854BEEA-DF0F-EA42-A7EA-9C82760B3D2F}" destId="{8E2690B5-A8B3-D14E-8F6A-D3DD52B304CB}" srcOrd="1" destOrd="0" presId="urn:microsoft.com/office/officeart/2005/8/layout/orgChart1"/>
    <dgm:cxn modelId="{934CF31A-CD08-4E42-8CBF-80CD9D927DEB}" type="presParOf" srcId="{6854BEEA-DF0F-EA42-A7EA-9C82760B3D2F}" destId="{A1866BF8-4C84-F24C-AA19-640C075DAC3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1A98D6D-08AD-4C8D-8A3A-82166C0E5DF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B9DCC8-1004-42CA-8648-07FCAE985DFE}">
      <dgm:prSet custT="1"/>
      <dgm:spPr/>
      <dgm:t>
        <a:bodyPr/>
        <a:lstStyle/>
        <a:p>
          <a:pPr rtl="0"/>
          <a:r>
            <a:rPr lang="ru-RU" sz="2000" dirty="0"/>
            <a:t>Ждущий таймер </a:t>
          </a:r>
          <a:endParaRPr lang="en-US" sz="2000" dirty="0"/>
        </a:p>
      </dgm:t>
    </dgm:pt>
    <dgm:pt modelId="{5E2A8029-9E3E-4C80-9197-75C570AD127B}" type="parTrans" cxnId="{063B4F28-5B0C-4D25-A94B-CC41C76417B1}">
      <dgm:prSet/>
      <dgm:spPr/>
      <dgm:t>
        <a:bodyPr/>
        <a:lstStyle/>
        <a:p>
          <a:endParaRPr lang="en-US"/>
        </a:p>
      </dgm:t>
    </dgm:pt>
    <dgm:pt modelId="{9EC15714-416F-4AE4-985C-3DE8AEE9FBF9}" type="sibTrans" cxnId="{063B4F28-5B0C-4D25-A94B-CC41C76417B1}">
      <dgm:prSet/>
      <dgm:spPr/>
      <dgm:t>
        <a:bodyPr/>
        <a:lstStyle/>
        <a:p>
          <a:endParaRPr lang="en-US"/>
        </a:p>
      </dgm:t>
    </dgm:pt>
    <dgm:pt modelId="{C0C96A3D-7A8C-4607-B587-663F4733DD2A}">
      <dgm:prSet custT="1"/>
      <dgm:spPr/>
      <dgm:t>
        <a:bodyPr/>
        <a:lstStyle/>
        <a:p>
          <a:pPr rtl="0"/>
          <a:r>
            <a:rPr lang="ru-RU" sz="1800" dirty="0"/>
            <a:t>Режим «ручного сброса» </a:t>
          </a:r>
        </a:p>
        <a:p>
          <a:pPr rtl="0"/>
          <a:r>
            <a:rPr lang="ru-RU" sz="1800" dirty="0"/>
            <a:t>таймер переходит в установленное состояние при истечении заданной задержки и остается установленным до тех пор, пока функция </a:t>
          </a:r>
          <a:r>
            <a:rPr lang="ru-RU" sz="1800" dirty="0" err="1"/>
            <a:t>SetWaitableTimer</a:t>
          </a:r>
          <a:r>
            <a:rPr lang="ru-RU" sz="1800" dirty="0"/>
            <a:t> не задаст новую задержку</a:t>
          </a:r>
          <a:endParaRPr lang="en-US" sz="1800" dirty="0"/>
        </a:p>
      </dgm:t>
    </dgm:pt>
    <dgm:pt modelId="{A03293AA-EF4B-468F-9438-C58B5A1B27F8}" type="parTrans" cxnId="{D1E45F48-A610-4F2F-B105-541C7B5250DD}">
      <dgm:prSet/>
      <dgm:spPr/>
      <dgm:t>
        <a:bodyPr/>
        <a:lstStyle/>
        <a:p>
          <a:endParaRPr lang="en-US"/>
        </a:p>
      </dgm:t>
    </dgm:pt>
    <dgm:pt modelId="{AC9EC9F7-C0CE-4E3E-B8D3-529B7DD92BF5}" type="sibTrans" cxnId="{D1E45F48-A610-4F2F-B105-541C7B5250DD}">
      <dgm:prSet/>
      <dgm:spPr/>
      <dgm:t>
        <a:bodyPr/>
        <a:lstStyle/>
        <a:p>
          <a:endParaRPr lang="en-US"/>
        </a:p>
      </dgm:t>
    </dgm:pt>
    <dgm:pt modelId="{FE2F9D02-70B8-441B-883D-E8755C79D9B5}">
      <dgm:prSet custT="1"/>
      <dgm:spPr/>
      <dgm:t>
        <a:bodyPr/>
        <a:lstStyle/>
        <a:p>
          <a:pPr rtl="0"/>
          <a:r>
            <a:rPr lang="ru-RU" sz="1800" dirty="0"/>
            <a:t>Режим «автоматического сброса» </a:t>
          </a:r>
        </a:p>
        <a:p>
          <a:pPr rtl="0"/>
          <a:r>
            <a:rPr lang="ru-RU" sz="1800" dirty="0"/>
            <a:t>таймер переходит в установленное состояние при истечении заданной задержки и остается установленным до первого успешного вызова функции ожидания. Каждый раз при истечении времени задержки разрешается выполнение лишь одной нити</a:t>
          </a:r>
          <a:endParaRPr lang="en-US" sz="1800" dirty="0"/>
        </a:p>
      </dgm:t>
    </dgm:pt>
    <dgm:pt modelId="{D3861124-5376-4B03-AC9A-BB77BCA8F741}" type="parTrans" cxnId="{E9E5E360-8F04-49ED-9937-E5349D29B123}">
      <dgm:prSet/>
      <dgm:spPr/>
      <dgm:t>
        <a:bodyPr/>
        <a:lstStyle/>
        <a:p>
          <a:endParaRPr lang="en-US"/>
        </a:p>
      </dgm:t>
    </dgm:pt>
    <dgm:pt modelId="{30692D55-0B99-4499-9F54-EB3829D211E6}" type="sibTrans" cxnId="{E9E5E360-8F04-49ED-9937-E5349D29B123}">
      <dgm:prSet/>
      <dgm:spPr/>
      <dgm:t>
        <a:bodyPr/>
        <a:lstStyle/>
        <a:p>
          <a:endParaRPr lang="en-US"/>
        </a:p>
      </dgm:t>
    </dgm:pt>
    <dgm:pt modelId="{F640CA4C-344E-4FF1-830D-C5B3118FC0D7}">
      <dgm:prSet/>
      <dgm:spPr/>
      <dgm:t>
        <a:bodyPr/>
        <a:lstStyle/>
        <a:p>
          <a:pPr rtl="0"/>
          <a:r>
            <a:rPr lang="ru-RU" dirty="0"/>
            <a:t>Режим интервального таймера, который перезапускается с заданной задержкой после каждого срабатывания объекта </a:t>
          </a:r>
          <a:endParaRPr lang="en-US" dirty="0"/>
        </a:p>
      </dgm:t>
    </dgm:pt>
    <dgm:pt modelId="{BC2FD579-2069-4E20-B7B4-7CBE3AF20D72}" type="parTrans" cxnId="{635317A5-5BF2-4D12-9C8C-69013287E973}">
      <dgm:prSet/>
      <dgm:spPr/>
      <dgm:t>
        <a:bodyPr/>
        <a:lstStyle/>
        <a:p>
          <a:endParaRPr lang="en-US"/>
        </a:p>
      </dgm:t>
    </dgm:pt>
    <dgm:pt modelId="{02622BEA-DE13-4D9A-9190-FFA1129CDAE7}" type="sibTrans" cxnId="{635317A5-5BF2-4D12-9C8C-69013287E973}">
      <dgm:prSet/>
      <dgm:spPr/>
      <dgm:t>
        <a:bodyPr/>
        <a:lstStyle/>
        <a:p>
          <a:endParaRPr lang="en-US"/>
        </a:p>
      </dgm:t>
    </dgm:pt>
    <dgm:pt modelId="{5C2A48BA-5991-45D5-A582-BCD89B3774B4}" type="pres">
      <dgm:prSet presAssocID="{61A98D6D-08AD-4C8D-8A3A-82166C0E5DF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72D522A-1DF7-4B3C-9D7E-BB53C98ADE5A}" type="pres">
      <dgm:prSet presAssocID="{04B9DCC8-1004-42CA-8648-07FCAE985DFE}" presName="root1" presStyleCnt="0"/>
      <dgm:spPr/>
    </dgm:pt>
    <dgm:pt modelId="{ADDE3D14-BB18-479F-8D69-F84A429B3C0B}" type="pres">
      <dgm:prSet presAssocID="{04B9DCC8-1004-42CA-8648-07FCAE985DFE}" presName="LevelOneTextNode" presStyleLbl="node0" presStyleIdx="0" presStyleCnt="1" custScaleX="66389">
        <dgm:presLayoutVars>
          <dgm:chPref val="3"/>
        </dgm:presLayoutVars>
      </dgm:prSet>
      <dgm:spPr/>
    </dgm:pt>
    <dgm:pt modelId="{7D8778F7-265A-4E03-B467-78ECA4F073FF}" type="pres">
      <dgm:prSet presAssocID="{04B9DCC8-1004-42CA-8648-07FCAE985DFE}" presName="level2hierChild" presStyleCnt="0"/>
      <dgm:spPr/>
    </dgm:pt>
    <dgm:pt modelId="{2E4CAA7C-BF51-4968-A273-1F06EB8A548A}" type="pres">
      <dgm:prSet presAssocID="{A03293AA-EF4B-468F-9438-C58B5A1B27F8}" presName="conn2-1" presStyleLbl="parChTrans1D2" presStyleIdx="0" presStyleCnt="3"/>
      <dgm:spPr/>
    </dgm:pt>
    <dgm:pt modelId="{4AEC2CF4-94D4-4735-9A29-1B108AF68532}" type="pres">
      <dgm:prSet presAssocID="{A03293AA-EF4B-468F-9438-C58B5A1B27F8}" presName="connTx" presStyleLbl="parChTrans1D2" presStyleIdx="0" presStyleCnt="3"/>
      <dgm:spPr/>
    </dgm:pt>
    <dgm:pt modelId="{829C2E5A-B201-4909-A7D8-094314E64D63}" type="pres">
      <dgm:prSet presAssocID="{C0C96A3D-7A8C-4607-B587-663F4733DD2A}" presName="root2" presStyleCnt="0"/>
      <dgm:spPr/>
    </dgm:pt>
    <dgm:pt modelId="{D599C2A0-2BE9-442F-8D69-A7A68C0EBDB9}" type="pres">
      <dgm:prSet presAssocID="{C0C96A3D-7A8C-4607-B587-663F4733DD2A}" presName="LevelTwoTextNode" presStyleLbl="node2" presStyleIdx="0" presStyleCnt="3" custScaleX="269643" custScaleY="138798">
        <dgm:presLayoutVars>
          <dgm:chPref val="3"/>
        </dgm:presLayoutVars>
      </dgm:prSet>
      <dgm:spPr/>
    </dgm:pt>
    <dgm:pt modelId="{C307DE82-0222-447F-8FA9-7187645A9262}" type="pres">
      <dgm:prSet presAssocID="{C0C96A3D-7A8C-4607-B587-663F4733DD2A}" presName="level3hierChild" presStyleCnt="0"/>
      <dgm:spPr/>
    </dgm:pt>
    <dgm:pt modelId="{5F5ED940-FB2C-4F7B-8515-8EE831DFF81D}" type="pres">
      <dgm:prSet presAssocID="{D3861124-5376-4B03-AC9A-BB77BCA8F741}" presName="conn2-1" presStyleLbl="parChTrans1D2" presStyleIdx="1" presStyleCnt="3"/>
      <dgm:spPr/>
    </dgm:pt>
    <dgm:pt modelId="{9234D7FF-043A-4977-93B1-778D84B6A682}" type="pres">
      <dgm:prSet presAssocID="{D3861124-5376-4B03-AC9A-BB77BCA8F741}" presName="connTx" presStyleLbl="parChTrans1D2" presStyleIdx="1" presStyleCnt="3"/>
      <dgm:spPr/>
    </dgm:pt>
    <dgm:pt modelId="{0CDE90F5-BA00-4BAD-907F-C0184115CD72}" type="pres">
      <dgm:prSet presAssocID="{FE2F9D02-70B8-441B-883D-E8755C79D9B5}" presName="root2" presStyleCnt="0"/>
      <dgm:spPr/>
    </dgm:pt>
    <dgm:pt modelId="{A46D5592-0A7B-4764-A088-ECC98E894D4A}" type="pres">
      <dgm:prSet presAssocID="{FE2F9D02-70B8-441B-883D-E8755C79D9B5}" presName="LevelTwoTextNode" presStyleLbl="node2" presStyleIdx="1" presStyleCnt="3" custScaleX="271448" custScaleY="188281" custLinFactNeighborX="-3173" custLinFactNeighborY="24018">
        <dgm:presLayoutVars>
          <dgm:chPref val="3"/>
        </dgm:presLayoutVars>
      </dgm:prSet>
      <dgm:spPr/>
    </dgm:pt>
    <dgm:pt modelId="{A91D286A-7AAF-4C2C-8783-CD96963046A1}" type="pres">
      <dgm:prSet presAssocID="{FE2F9D02-70B8-441B-883D-E8755C79D9B5}" presName="level3hierChild" presStyleCnt="0"/>
      <dgm:spPr/>
    </dgm:pt>
    <dgm:pt modelId="{B911FCF7-8A9D-408A-94DA-96B1E18CBFCE}" type="pres">
      <dgm:prSet presAssocID="{BC2FD579-2069-4E20-B7B4-7CBE3AF20D72}" presName="conn2-1" presStyleLbl="parChTrans1D2" presStyleIdx="2" presStyleCnt="3"/>
      <dgm:spPr/>
    </dgm:pt>
    <dgm:pt modelId="{8AA34FF5-947D-47DD-95FA-74EEC3B1362C}" type="pres">
      <dgm:prSet presAssocID="{BC2FD579-2069-4E20-B7B4-7CBE3AF20D72}" presName="connTx" presStyleLbl="parChTrans1D2" presStyleIdx="2" presStyleCnt="3"/>
      <dgm:spPr/>
    </dgm:pt>
    <dgm:pt modelId="{11AB4682-7F3F-4CF0-BD0A-304C42A30816}" type="pres">
      <dgm:prSet presAssocID="{F640CA4C-344E-4FF1-830D-C5B3118FC0D7}" presName="root2" presStyleCnt="0"/>
      <dgm:spPr/>
    </dgm:pt>
    <dgm:pt modelId="{55F127EE-C39E-4081-B1BE-F3FF93EF33D6}" type="pres">
      <dgm:prSet presAssocID="{F640CA4C-344E-4FF1-830D-C5B3118FC0D7}" presName="LevelTwoTextNode" presStyleLbl="node2" presStyleIdx="2" presStyleCnt="3" custScaleX="270825" custLinFactNeighborX="398" custLinFactNeighborY="55748">
        <dgm:presLayoutVars>
          <dgm:chPref val="3"/>
        </dgm:presLayoutVars>
      </dgm:prSet>
      <dgm:spPr/>
    </dgm:pt>
    <dgm:pt modelId="{9957686C-DCBF-4E30-9FC6-3FDA103B150A}" type="pres">
      <dgm:prSet presAssocID="{F640CA4C-344E-4FF1-830D-C5B3118FC0D7}" presName="level3hierChild" presStyleCnt="0"/>
      <dgm:spPr/>
    </dgm:pt>
  </dgm:ptLst>
  <dgm:cxnLst>
    <dgm:cxn modelId="{4BFB9400-B6EA-4568-9FE1-6C30F9A6A961}" type="presOf" srcId="{D3861124-5376-4B03-AC9A-BB77BCA8F741}" destId="{9234D7FF-043A-4977-93B1-778D84B6A682}" srcOrd="1" destOrd="0" presId="urn:microsoft.com/office/officeart/2005/8/layout/hierarchy2"/>
    <dgm:cxn modelId="{0FE6B607-BD81-4C85-9A39-98638A03A16B}" type="presOf" srcId="{F640CA4C-344E-4FF1-830D-C5B3118FC0D7}" destId="{55F127EE-C39E-4081-B1BE-F3FF93EF33D6}" srcOrd="0" destOrd="0" presId="urn:microsoft.com/office/officeart/2005/8/layout/hierarchy2"/>
    <dgm:cxn modelId="{063B4F28-5B0C-4D25-A94B-CC41C76417B1}" srcId="{61A98D6D-08AD-4C8D-8A3A-82166C0E5DF5}" destId="{04B9DCC8-1004-42CA-8648-07FCAE985DFE}" srcOrd="0" destOrd="0" parTransId="{5E2A8029-9E3E-4C80-9197-75C570AD127B}" sibTransId="{9EC15714-416F-4AE4-985C-3DE8AEE9FBF9}"/>
    <dgm:cxn modelId="{E9E5E360-8F04-49ED-9937-E5349D29B123}" srcId="{04B9DCC8-1004-42CA-8648-07FCAE985DFE}" destId="{FE2F9D02-70B8-441B-883D-E8755C79D9B5}" srcOrd="1" destOrd="0" parTransId="{D3861124-5376-4B03-AC9A-BB77BCA8F741}" sibTransId="{30692D55-0B99-4499-9F54-EB3829D211E6}"/>
    <dgm:cxn modelId="{466B6C45-57FE-4877-B8BB-535C1C6829A3}" type="presOf" srcId="{FE2F9D02-70B8-441B-883D-E8755C79D9B5}" destId="{A46D5592-0A7B-4764-A088-ECC98E894D4A}" srcOrd="0" destOrd="0" presId="urn:microsoft.com/office/officeart/2005/8/layout/hierarchy2"/>
    <dgm:cxn modelId="{D1E45F48-A610-4F2F-B105-541C7B5250DD}" srcId="{04B9DCC8-1004-42CA-8648-07FCAE985DFE}" destId="{C0C96A3D-7A8C-4607-B587-663F4733DD2A}" srcOrd="0" destOrd="0" parTransId="{A03293AA-EF4B-468F-9438-C58B5A1B27F8}" sibTransId="{AC9EC9F7-C0CE-4E3E-B8D3-529B7DD92BF5}"/>
    <dgm:cxn modelId="{48401E4A-AD46-470A-8E4F-43004AB1DA34}" type="presOf" srcId="{C0C96A3D-7A8C-4607-B587-663F4733DD2A}" destId="{D599C2A0-2BE9-442F-8D69-A7A68C0EBDB9}" srcOrd="0" destOrd="0" presId="urn:microsoft.com/office/officeart/2005/8/layout/hierarchy2"/>
    <dgm:cxn modelId="{CB5B8597-1245-48C6-BC0B-EBCD9F42C7F3}" type="presOf" srcId="{D3861124-5376-4B03-AC9A-BB77BCA8F741}" destId="{5F5ED940-FB2C-4F7B-8515-8EE831DFF81D}" srcOrd="0" destOrd="0" presId="urn:microsoft.com/office/officeart/2005/8/layout/hierarchy2"/>
    <dgm:cxn modelId="{635317A5-5BF2-4D12-9C8C-69013287E973}" srcId="{04B9DCC8-1004-42CA-8648-07FCAE985DFE}" destId="{F640CA4C-344E-4FF1-830D-C5B3118FC0D7}" srcOrd="2" destOrd="0" parTransId="{BC2FD579-2069-4E20-B7B4-7CBE3AF20D72}" sibTransId="{02622BEA-DE13-4D9A-9190-FFA1129CDAE7}"/>
    <dgm:cxn modelId="{9EC929A9-FF72-4316-AC35-9F6883FD07E2}" type="presOf" srcId="{04B9DCC8-1004-42CA-8648-07FCAE985DFE}" destId="{ADDE3D14-BB18-479F-8D69-F84A429B3C0B}" srcOrd="0" destOrd="0" presId="urn:microsoft.com/office/officeart/2005/8/layout/hierarchy2"/>
    <dgm:cxn modelId="{5A5240B5-5348-439F-9FD0-1B453A845794}" type="presOf" srcId="{BC2FD579-2069-4E20-B7B4-7CBE3AF20D72}" destId="{B911FCF7-8A9D-408A-94DA-96B1E18CBFCE}" srcOrd="0" destOrd="0" presId="urn:microsoft.com/office/officeart/2005/8/layout/hierarchy2"/>
    <dgm:cxn modelId="{BA573DBA-EE09-41B4-92A6-D736FAD739EC}" type="presOf" srcId="{BC2FD579-2069-4E20-B7B4-7CBE3AF20D72}" destId="{8AA34FF5-947D-47DD-95FA-74EEC3B1362C}" srcOrd="1" destOrd="0" presId="urn:microsoft.com/office/officeart/2005/8/layout/hierarchy2"/>
    <dgm:cxn modelId="{6B416BC1-F4B3-4E9D-A0E5-A1415A0EFC86}" type="presOf" srcId="{61A98D6D-08AD-4C8D-8A3A-82166C0E5DF5}" destId="{5C2A48BA-5991-45D5-A582-BCD89B3774B4}" srcOrd="0" destOrd="0" presId="urn:microsoft.com/office/officeart/2005/8/layout/hierarchy2"/>
    <dgm:cxn modelId="{8E8FE3C2-2173-4605-89D8-7D57FE121BBB}" type="presOf" srcId="{A03293AA-EF4B-468F-9438-C58B5A1B27F8}" destId="{2E4CAA7C-BF51-4968-A273-1F06EB8A548A}" srcOrd="0" destOrd="0" presId="urn:microsoft.com/office/officeart/2005/8/layout/hierarchy2"/>
    <dgm:cxn modelId="{706492D6-8610-4EC8-8731-9D50C761BEAB}" type="presOf" srcId="{A03293AA-EF4B-468F-9438-C58B5A1B27F8}" destId="{4AEC2CF4-94D4-4735-9A29-1B108AF68532}" srcOrd="1" destOrd="0" presId="urn:microsoft.com/office/officeart/2005/8/layout/hierarchy2"/>
    <dgm:cxn modelId="{6357F19B-2E8C-4A46-97F9-55C5D970BB7F}" type="presParOf" srcId="{5C2A48BA-5991-45D5-A582-BCD89B3774B4}" destId="{472D522A-1DF7-4B3C-9D7E-BB53C98ADE5A}" srcOrd="0" destOrd="0" presId="urn:microsoft.com/office/officeart/2005/8/layout/hierarchy2"/>
    <dgm:cxn modelId="{00E06289-FB1C-4D05-A653-FF14056C9D65}" type="presParOf" srcId="{472D522A-1DF7-4B3C-9D7E-BB53C98ADE5A}" destId="{ADDE3D14-BB18-479F-8D69-F84A429B3C0B}" srcOrd="0" destOrd="0" presId="urn:microsoft.com/office/officeart/2005/8/layout/hierarchy2"/>
    <dgm:cxn modelId="{2A57FF73-671C-48A7-9807-1121D564CBB6}" type="presParOf" srcId="{472D522A-1DF7-4B3C-9D7E-BB53C98ADE5A}" destId="{7D8778F7-265A-4E03-B467-78ECA4F073FF}" srcOrd="1" destOrd="0" presId="urn:microsoft.com/office/officeart/2005/8/layout/hierarchy2"/>
    <dgm:cxn modelId="{179D0723-B6F5-49C0-86CE-425ED6026055}" type="presParOf" srcId="{7D8778F7-265A-4E03-B467-78ECA4F073FF}" destId="{2E4CAA7C-BF51-4968-A273-1F06EB8A548A}" srcOrd="0" destOrd="0" presId="urn:microsoft.com/office/officeart/2005/8/layout/hierarchy2"/>
    <dgm:cxn modelId="{A1646B26-481E-4D47-9D74-6179461EABD2}" type="presParOf" srcId="{2E4CAA7C-BF51-4968-A273-1F06EB8A548A}" destId="{4AEC2CF4-94D4-4735-9A29-1B108AF68532}" srcOrd="0" destOrd="0" presId="urn:microsoft.com/office/officeart/2005/8/layout/hierarchy2"/>
    <dgm:cxn modelId="{8717DDE2-C16A-4136-9954-3CC6EBB1BF2F}" type="presParOf" srcId="{7D8778F7-265A-4E03-B467-78ECA4F073FF}" destId="{829C2E5A-B201-4909-A7D8-094314E64D63}" srcOrd="1" destOrd="0" presId="urn:microsoft.com/office/officeart/2005/8/layout/hierarchy2"/>
    <dgm:cxn modelId="{40E7C53D-F5B5-4973-ABEA-84BC4ADF7985}" type="presParOf" srcId="{829C2E5A-B201-4909-A7D8-094314E64D63}" destId="{D599C2A0-2BE9-442F-8D69-A7A68C0EBDB9}" srcOrd="0" destOrd="0" presId="urn:microsoft.com/office/officeart/2005/8/layout/hierarchy2"/>
    <dgm:cxn modelId="{AE5A5DB3-01FA-4A5A-B151-61396425C002}" type="presParOf" srcId="{829C2E5A-B201-4909-A7D8-094314E64D63}" destId="{C307DE82-0222-447F-8FA9-7187645A9262}" srcOrd="1" destOrd="0" presId="urn:microsoft.com/office/officeart/2005/8/layout/hierarchy2"/>
    <dgm:cxn modelId="{5D685FB1-AD1E-418D-AB62-7AFE9744BFA8}" type="presParOf" srcId="{7D8778F7-265A-4E03-B467-78ECA4F073FF}" destId="{5F5ED940-FB2C-4F7B-8515-8EE831DFF81D}" srcOrd="2" destOrd="0" presId="urn:microsoft.com/office/officeart/2005/8/layout/hierarchy2"/>
    <dgm:cxn modelId="{CF59AC95-DC95-4C12-A245-03CE9376E8BE}" type="presParOf" srcId="{5F5ED940-FB2C-4F7B-8515-8EE831DFF81D}" destId="{9234D7FF-043A-4977-93B1-778D84B6A682}" srcOrd="0" destOrd="0" presId="urn:microsoft.com/office/officeart/2005/8/layout/hierarchy2"/>
    <dgm:cxn modelId="{84404284-2C62-4B3F-A41D-A845D69147E7}" type="presParOf" srcId="{7D8778F7-265A-4E03-B467-78ECA4F073FF}" destId="{0CDE90F5-BA00-4BAD-907F-C0184115CD72}" srcOrd="3" destOrd="0" presId="urn:microsoft.com/office/officeart/2005/8/layout/hierarchy2"/>
    <dgm:cxn modelId="{7141B874-11FF-4374-B988-9D7EF20498B4}" type="presParOf" srcId="{0CDE90F5-BA00-4BAD-907F-C0184115CD72}" destId="{A46D5592-0A7B-4764-A088-ECC98E894D4A}" srcOrd="0" destOrd="0" presId="urn:microsoft.com/office/officeart/2005/8/layout/hierarchy2"/>
    <dgm:cxn modelId="{53DAF92C-09EB-42A2-B952-FE92D41110E2}" type="presParOf" srcId="{0CDE90F5-BA00-4BAD-907F-C0184115CD72}" destId="{A91D286A-7AAF-4C2C-8783-CD96963046A1}" srcOrd="1" destOrd="0" presId="urn:microsoft.com/office/officeart/2005/8/layout/hierarchy2"/>
    <dgm:cxn modelId="{E5010958-61EC-446A-996D-4EE535C71901}" type="presParOf" srcId="{7D8778F7-265A-4E03-B467-78ECA4F073FF}" destId="{B911FCF7-8A9D-408A-94DA-96B1E18CBFCE}" srcOrd="4" destOrd="0" presId="urn:microsoft.com/office/officeart/2005/8/layout/hierarchy2"/>
    <dgm:cxn modelId="{B37B80DD-56DB-4EDD-93FC-35F08E8B10C4}" type="presParOf" srcId="{B911FCF7-8A9D-408A-94DA-96B1E18CBFCE}" destId="{8AA34FF5-947D-47DD-95FA-74EEC3B1362C}" srcOrd="0" destOrd="0" presId="urn:microsoft.com/office/officeart/2005/8/layout/hierarchy2"/>
    <dgm:cxn modelId="{1F95DA9E-9EB1-40EE-B9F5-FE1A87109789}" type="presParOf" srcId="{7D8778F7-265A-4E03-B467-78ECA4F073FF}" destId="{11AB4682-7F3F-4CF0-BD0A-304C42A30816}" srcOrd="5" destOrd="0" presId="urn:microsoft.com/office/officeart/2005/8/layout/hierarchy2"/>
    <dgm:cxn modelId="{BC02377D-7F33-417A-BFA4-FBDF790B572F}" type="presParOf" srcId="{11AB4682-7F3F-4CF0-BD0A-304C42A30816}" destId="{55F127EE-C39E-4081-B1BE-F3FF93EF33D6}" srcOrd="0" destOrd="0" presId="urn:microsoft.com/office/officeart/2005/8/layout/hierarchy2"/>
    <dgm:cxn modelId="{D9F625D9-D6C4-48E6-8482-1EA9D2CB34A7}" type="presParOf" srcId="{11AB4682-7F3F-4CF0-BD0A-304C42A30816}" destId="{9957686C-DCBF-4E30-9FC6-3FDA103B150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5BFBE373-89CA-AD4C-9482-82BC65CEF957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8E50ED2-7690-BF4B-AB94-C1CA3CDD61B5}">
      <dgm:prSet/>
      <dgm:spPr/>
      <dgm:t>
        <a:bodyPr/>
        <a:lstStyle/>
        <a:p>
          <a:pPr rtl="0"/>
          <a:r>
            <a:rPr lang="ru-RU" dirty="0"/>
            <a:t>Конвейер (канал, </a:t>
          </a:r>
          <a:r>
            <a:rPr lang="ru-RU" dirty="0" err="1"/>
            <a:t>pipe</a:t>
          </a:r>
          <a:r>
            <a:rPr lang="ru-RU" dirty="0"/>
            <a:t>) – представляет собой буфер в оперативной памяти, поддерживающий   очередь байт по алгоритму FIFO.</a:t>
          </a:r>
        </a:p>
      </dgm:t>
    </dgm:pt>
    <dgm:pt modelId="{92B5E040-4E4F-C444-B65A-150353CD2CD7}" type="parTrans" cxnId="{237636AA-5711-EA4A-8532-99AD047946E3}">
      <dgm:prSet/>
      <dgm:spPr/>
      <dgm:t>
        <a:bodyPr/>
        <a:lstStyle/>
        <a:p>
          <a:endParaRPr lang="ru-RU"/>
        </a:p>
      </dgm:t>
    </dgm:pt>
    <dgm:pt modelId="{D024E769-7F9C-C54D-8F07-3EEA7A795274}" type="sibTrans" cxnId="{237636AA-5711-EA4A-8532-99AD047946E3}">
      <dgm:prSet/>
      <dgm:spPr/>
      <dgm:t>
        <a:bodyPr/>
        <a:lstStyle/>
        <a:p>
          <a:endParaRPr lang="ru-RU"/>
        </a:p>
      </dgm:t>
    </dgm:pt>
    <dgm:pt modelId="{3FC06E0A-861C-4844-89AE-9A13C7AF6551}" type="pres">
      <dgm:prSet presAssocID="{5BFBE373-89CA-AD4C-9482-82BC65CEF95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3FDD07-4569-4445-823F-BAAA92834BE7}" type="pres">
      <dgm:prSet presAssocID="{58E50ED2-7690-BF4B-AB94-C1CA3CDD61B5}" presName="hierRoot1" presStyleCnt="0">
        <dgm:presLayoutVars>
          <dgm:hierBranch val="init"/>
        </dgm:presLayoutVars>
      </dgm:prSet>
      <dgm:spPr/>
    </dgm:pt>
    <dgm:pt modelId="{1152563A-3E4F-5C4F-BC7C-98AC8500CAB3}" type="pres">
      <dgm:prSet presAssocID="{58E50ED2-7690-BF4B-AB94-C1CA3CDD61B5}" presName="rootComposite1" presStyleCnt="0"/>
      <dgm:spPr/>
    </dgm:pt>
    <dgm:pt modelId="{430BC2B7-CE91-A941-B345-8CE77400DB9A}" type="pres">
      <dgm:prSet presAssocID="{58E50ED2-7690-BF4B-AB94-C1CA3CDD61B5}" presName="rootText1" presStyleLbl="node0" presStyleIdx="0" presStyleCnt="1" custScaleX="431158">
        <dgm:presLayoutVars>
          <dgm:chPref val="3"/>
        </dgm:presLayoutVars>
      </dgm:prSet>
      <dgm:spPr/>
    </dgm:pt>
    <dgm:pt modelId="{1AD461F0-87FA-2D4A-8CBE-E83F6293B7B4}" type="pres">
      <dgm:prSet presAssocID="{58E50ED2-7690-BF4B-AB94-C1CA3CDD61B5}" presName="rootConnector1" presStyleLbl="node1" presStyleIdx="0" presStyleCnt="0"/>
      <dgm:spPr/>
    </dgm:pt>
    <dgm:pt modelId="{EA1178B1-A110-7E4A-A18F-71BC567702FD}" type="pres">
      <dgm:prSet presAssocID="{58E50ED2-7690-BF4B-AB94-C1CA3CDD61B5}" presName="hierChild2" presStyleCnt="0"/>
      <dgm:spPr/>
    </dgm:pt>
    <dgm:pt modelId="{B15FBB9D-32AD-A04D-B19D-A0E6BDE6FF2D}" type="pres">
      <dgm:prSet presAssocID="{58E50ED2-7690-BF4B-AB94-C1CA3CDD61B5}" presName="hierChild3" presStyleCnt="0"/>
      <dgm:spPr/>
    </dgm:pt>
  </dgm:ptLst>
  <dgm:cxnLst>
    <dgm:cxn modelId="{D47E7F0F-B0B9-B64B-B7E0-D13C70555474}" type="presOf" srcId="{58E50ED2-7690-BF4B-AB94-C1CA3CDD61B5}" destId="{430BC2B7-CE91-A941-B345-8CE77400DB9A}" srcOrd="0" destOrd="0" presId="urn:microsoft.com/office/officeart/2005/8/layout/orgChart1"/>
    <dgm:cxn modelId="{1EC5777C-E0EB-F048-A7E5-959CBA033056}" type="presOf" srcId="{5BFBE373-89CA-AD4C-9482-82BC65CEF957}" destId="{3FC06E0A-861C-4844-89AE-9A13C7AF6551}" srcOrd="0" destOrd="0" presId="urn:microsoft.com/office/officeart/2005/8/layout/orgChart1"/>
    <dgm:cxn modelId="{C233019C-9772-7744-B329-9774B708B48B}" type="presOf" srcId="{58E50ED2-7690-BF4B-AB94-C1CA3CDD61B5}" destId="{1AD461F0-87FA-2D4A-8CBE-E83F6293B7B4}" srcOrd="1" destOrd="0" presId="urn:microsoft.com/office/officeart/2005/8/layout/orgChart1"/>
    <dgm:cxn modelId="{237636AA-5711-EA4A-8532-99AD047946E3}" srcId="{5BFBE373-89CA-AD4C-9482-82BC65CEF957}" destId="{58E50ED2-7690-BF4B-AB94-C1CA3CDD61B5}" srcOrd="0" destOrd="0" parTransId="{92B5E040-4E4F-C444-B65A-150353CD2CD7}" sibTransId="{D024E769-7F9C-C54D-8F07-3EEA7A795274}"/>
    <dgm:cxn modelId="{2BD797C1-8B06-E249-BBE8-0BBCE6F765C5}" type="presParOf" srcId="{3FC06E0A-861C-4844-89AE-9A13C7AF6551}" destId="{B43FDD07-4569-4445-823F-BAAA92834BE7}" srcOrd="0" destOrd="0" presId="urn:microsoft.com/office/officeart/2005/8/layout/orgChart1"/>
    <dgm:cxn modelId="{5546C2DD-CC4C-644A-9902-3C39DB09E4CB}" type="presParOf" srcId="{B43FDD07-4569-4445-823F-BAAA92834BE7}" destId="{1152563A-3E4F-5C4F-BC7C-98AC8500CAB3}" srcOrd="0" destOrd="0" presId="urn:microsoft.com/office/officeart/2005/8/layout/orgChart1"/>
    <dgm:cxn modelId="{6C81DD8D-D5F2-454F-BA75-3756CA8DD3D3}" type="presParOf" srcId="{1152563A-3E4F-5C4F-BC7C-98AC8500CAB3}" destId="{430BC2B7-CE91-A941-B345-8CE77400DB9A}" srcOrd="0" destOrd="0" presId="urn:microsoft.com/office/officeart/2005/8/layout/orgChart1"/>
    <dgm:cxn modelId="{6E079817-2AB9-EB4C-A73D-7AA96A4CBC2A}" type="presParOf" srcId="{1152563A-3E4F-5C4F-BC7C-98AC8500CAB3}" destId="{1AD461F0-87FA-2D4A-8CBE-E83F6293B7B4}" srcOrd="1" destOrd="0" presId="urn:microsoft.com/office/officeart/2005/8/layout/orgChart1"/>
    <dgm:cxn modelId="{D0B37A5B-E8EA-554C-A0A9-8BA7440CF79C}" type="presParOf" srcId="{B43FDD07-4569-4445-823F-BAAA92834BE7}" destId="{EA1178B1-A110-7E4A-A18F-71BC567702FD}" srcOrd="1" destOrd="0" presId="urn:microsoft.com/office/officeart/2005/8/layout/orgChart1"/>
    <dgm:cxn modelId="{FD4C3A2E-B9F5-FB4E-992A-63CE35D6738C}" type="presParOf" srcId="{B43FDD07-4569-4445-823F-BAAA92834BE7}" destId="{B15FBB9D-32AD-A04D-B19D-A0E6BDE6FF2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0157661-A005-4219-AEB6-A6F0B57CBA0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D4B83A-3A4A-45E2-BFD0-7D5A2FC81596}">
      <dgm:prSet custT="1"/>
      <dgm:spPr/>
      <dgm:t>
        <a:bodyPr/>
        <a:lstStyle/>
        <a:p>
          <a:pPr rtl="0"/>
          <a:r>
            <a:rPr lang="ru-RU" sz="2800" b="1" dirty="0">
              <a:solidFill>
                <a:schemeClr val="accent1"/>
              </a:solidFill>
            </a:rPr>
            <a:t>Каналы</a:t>
          </a:r>
        </a:p>
      </dgm:t>
    </dgm:pt>
    <dgm:pt modelId="{D509E128-EE73-4C7E-81EB-43B268002737}" type="parTrans" cxnId="{0940383C-7A02-48B3-AB9A-E2C83A1E038F}">
      <dgm:prSet/>
      <dgm:spPr/>
      <dgm:t>
        <a:bodyPr/>
        <a:lstStyle/>
        <a:p>
          <a:endParaRPr lang="en-US"/>
        </a:p>
      </dgm:t>
    </dgm:pt>
    <dgm:pt modelId="{3B06FBF5-3381-4466-AA0D-A896B3B3FED1}" type="sibTrans" cxnId="{0940383C-7A02-48B3-AB9A-E2C83A1E038F}">
      <dgm:prSet/>
      <dgm:spPr/>
      <dgm:t>
        <a:bodyPr/>
        <a:lstStyle/>
        <a:p>
          <a:endParaRPr lang="en-US"/>
        </a:p>
      </dgm:t>
    </dgm:pt>
    <dgm:pt modelId="{F3C901DC-0B7E-4CDA-AB5D-BBEA95DF34CA}">
      <dgm:prSet custT="1"/>
      <dgm:spPr/>
      <dgm:t>
        <a:bodyPr/>
        <a:lstStyle/>
        <a:p>
          <a:pPr rtl="0"/>
          <a:r>
            <a:rPr lang="ru-RU" sz="2400" b="1" dirty="0">
              <a:solidFill>
                <a:schemeClr val="accent2"/>
              </a:solidFill>
            </a:rPr>
            <a:t>Безымянные каналы</a:t>
          </a:r>
        </a:p>
        <a:p>
          <a:pPr rtl="0"/>
          <a:r>
            <a:rPr lang="ru-RU" sz="1800" b="0" dirty="0"/>
            <a:t>позволяют обмениваться данными только родственным процессам</a:t>
          </a:r>
          <a:endParaRPr lang="en-US" sz="1800" b="0" dirty="0"/>
        </a:p>
      </dgm:t>
    </dgm:pt>
    <dgm:pt modelId="{F3D9AD9F-9F45-417A-A79C-EF3FF53518D0}" type="parTrans" cxnId="{9955CED0-929D-4BA4-9868-46E79026A93A}">
      <dgm:prSet/>
      <dgm:spPr/>
      <dgm:t>
        <a:bodyPr/>
        <a:lstStyle/>
        <a:p>
          <a:endParaRPr lang="en-US"/>
        </a:p>
      </dgm:t>
    </dgm:pt>
    <dgm:pt modelId="{29D47D22-8FEC-41B1-973F-0DFE9C827FF9}" type="sibTrans" cxnId="{9955CED0-929D-4BA4-9868-46E79026A93A}">
      <dgm:prSet/>
      <dgm:spPr/>
      <dgm:t>
        <a:bodyPr/>
        <a:lstStyle/>
        <a:p>
          <a:endParaRPr lang="en-US"/>
        </a:p>
      </dgm:t>
    </dgm:pt>
    <dgm:pt modelId="{15BBDF6D-E7CF-484B-B070-352ADD1FBFB5}">
      <dgm:prSet custT="1"/>
      <dgm:spPr/>
      <dgm:t>
        <a:bodyPr/>
        <a:lstStyle/>
        <a:p>
          <a:pPr rtl="0"/>
          <a:r>
            <a:rPr lang="ru-RU" sz="2400" b="1" dirty="0">
              <a:solidFill>
                <a:srgbClr val="C0504D"/>
              </a:solidFill>
            </a:rPr>
            <a:t>Именованные каналы</a:t>
          </a:r>
        </a:p>
        <a:p>
          <a:pPr rtl="0"/>
          <a:r>
            <a:rPr lang="ru-RU" sz="2000" dirty="0"/>
            <a:t> имеют имя, которое является записью в каталоге файловой системы ОС, поэтому пригодны для обмена данными между двумя произвольными процессами или потоками этих процессов. </a:t>
          </a:r>
          <a:endParaRPr lang="en-US" sz="2000" dirty="0"/>
        </a:p>
      </dgm:t>
    </dgm:pt>
    <dgm:pt modelId="{92A086CD-D664-4699-9890-FD7F1817422A}" type="parTrans" cxnId="{78A8C143-193C-498D-8023-F3B7308E36C8}">
      <dgm:prSet/>
      <dgm:spPr/>
      <dgm:t>
        <a:bodyPr/>
        <a:lstStyle/>
        <a:p>
          <a:endParaRPr lang="en-US"/>
        </a:p>
      </dgm:t>
    </dgm:pt>
    <dgm:pt modelId="{E6E6D4AB-A9E5-42E6-BC32-E00CA11AEF28}" type="sibTrans" cxnId="{78A8C143-193C-498D-8023-F3B7308E36C8}">
      <dgm:prSet/>
      <dgm:spPr/>
      <dgm:t>
        <a:bodyPr/>
        <a:lstStyle/>
        <a:p>
          <a:endParaRPr lang="en-US"/>
        </a:p>
      </dgm:t>
    </dgm:pt>
    <dgm:pt modelId="{0930F961-98B5-4429-A0CF-DF74A9399136}" type="pres">
      <dgm:prSet presAssocID="{E0157661-A005-4219-AEB6-A6F0B57CBA0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4A4F03-C735-4177-985E-7E5F37E34A0C}" type="pres">
      <dgm:prSet presAssocID="{F3D4B83A-3A4A-45E2-BFD0-7D5A2FC81596}" presName="hierRoot1" presStyleCnt="0"/>
      <dgm:spPr/>
    </dgm:pt>
    <dgm:pt modelId="{96995C7A-70E7-47E6-BC2C-6487E681B1F7}" type="pres">
      <dgm:prSet presAssocID="{F3D4B83A-3A4A-45E2-BFD0-7D5A2FC81596}" presName="composite" presStyleCnt="0"/>
      <dgm:spPr/>
    </dgm:pt>
    <dgm:pt modelId="{71C6B0D5-955D-457E-852F-40FFD1EF831B}" type="pres">
      <dgm:prSet presAssocID="{F3D4B83A-3A4A-45E2-BFD0-7D5A2FC81596}" presName="background" presStyleLbl="node0" presStyleIdx="0" presStyleCnt="1"/>
      <dgm:spPr/>
    </dgm:pt>
    <dgm:pt modelId="{9DB2AD5F-1FA5-4826-A23D-D4C78845C701}" type="pres">
      <dgm:prSet presAssocID="{F3D4B83A-3A4A-45E2-BFD0-7D5A2FC81596}" presName="text" presStyleLbl="fgAcc0" presStyleIdx="0" presStyleCnt="1" custScaleX="85707" custScaleY="30274" custLinFactNeighborX="-3020" custLinFactNeighborY="-54623">
        <dgm:presLayoutVars>
          <dgm:chPref val="3"/>
        </dgm:presLayoutVars>
      </dgm:prSet>
      <dgm:spPr/>
    </dgm:pt>
    <dgm:pt modelId="{9FE25191-B0B9-4E88-924B-A28831E8F293}" type="pres">
      <dgm:prSet presAssocID="{F3D4B83A-3A4A-45E2-BFD0-7D5A2FC81596}" presName="hierChild2" presStyleCnt="0"/>
      <dgm:spPr/>
    </dgm:pt>
    <dgm:pt modelId="{733C53EF-35F6-4D4E-9C1B-1BB0601D7E7D}" type="pres">
      <dgm:prSet presAssocID="{F3D9AD9F-9F45-417A-A79C-EF3FF53518D0}" presName="Name10" presStyleLbl="parChTrans1D2" presStyleIdx="0" presStyleCnt="2"/>
      <dgm:spPr/>
    </dgm:pt>
    <dgm:pt modelId="{ECD5D135-48D3-4A96-BE67-ED44B65D88F0}" type="pres">
      <dgm:prSet presAssocID="{F3C901DC-0B7E-4CDA-AB5D-BBEA95DF34CA}" presName="hierRoot2" presStyleCnt="0"/>
      <dgm:spPr/>
    </dgm:pt>
    <dgm:pt modelId="{9B7A5F1E-62D0-4DBF-AB66-7482D77E01EF}" type="pres">
      <dgm:prSet presAssocID="{F3C901DC-0B7E-4CDA-AB5D-BBEA95DF34CA}" presName="composite2" presStyleCnt="0"/>
      <dgm:spPr/>
    </dgm:pt>
    <dgm:pt modelId="{DD744D88-0330-4F34-BDFE-65EC971A1F9B}" type="pres">
      <dgm:prSet presAssocID="{F3C901DC-0B7E-4CDA-AB5D-BBEA95DF34CA}" presName="background2" presStyleLbl="node2" presStyleIdx="0" presStyleCnt="2"/>
      <dgm:spPr/>
    </dgm:pt>
    <dgm:pt modelId="{765A79B0-0C78-490C-8A64-3174562552BF}" type="pres">
      <dgm:prSet presAssocID="{F3C901DC-0B7E-4CDA-AB5D-BBEA95DF34CA}" presName="text2" presStyleLbl="fgAcc2" presStyleIdx="0" presStyleCnt="2" custScaleX="111939" custScaleY="119165">
        <dgm:presLayoutVars>
          <dgm:chPref val="3"/>
        </dgm:presLayoutVars>
      </dgm:prSet>
      <dgm:spPr/>
    </dgm:pt>
    <dgm:pt modelId="{84F49EF7-9422-44EB-B082-B57801F99CB7}" type="pres">
      <dgm:prSet presAssocID="{F3C901DC-0B7E-4CDA-AB5D-BBEA95DF34CA}" presName="hierChild3" presStyleCnt="0"/>
      <dgm:spPr/>
    </dgm:pt>
    <dgm:pt modelId="{88BA7D6F-8005-4885-9BEC-0E0B7C5A5B35}" type="pres">
      <dgm:prSet presAssocID="{92A086CD-D664-4699-9890-FD7F1817422A}" presName="Name10" presStyleLbl="parChTrans1D2" presStyleIdx="1" presStyleCnt="2"/>
      <dgm:spPr/>
    </dgm:pt>
    <dgm:pt modelId="{12F11BDE-3157-4D33-AE06-55530D1A10DD}" type="pres">
      <dgm:prSet presAssocID="{15BBDF6D-E7CF-484B-B070-352ADD1FBFB5}" presName="hierRoot2" presStyleCnt="0"/>
      <dgm:spPr/>
    </dgm:pt>
    <dgm:pt modelId="{615E2B63-A6C7-4E64-97C5-C063183AA990}" type="pres">
      <dgm:prSet presAssocID="{15BBDF6D-E7CF-484B-B070-352ADD1FBFB5}" presName="composite2" presStyleCnt="0"/>
      <dgm:spPr/>
    </dgm:pt>
    <dgm:pt modelId="{C236D9D7-E343-4181-8C59-9E05E40A7F0C}" type="pres">
      <dgm:prSet presAssocID="{15BBDF6D-E7CF-484B-B070-352ADD1FBFB5}" presName="background2" presStyleLbl="node2" presStyleIdx="1" presStyleCnt="2"/>
      <dgm:spPr/>
    </dgm:pt>
    <dgm:pt modelId="{436EE1DE-8174-470B-BDD7-CBED2D4B6D13}" type="pres">
      <dgm:prSet presAssocID="{15BBDF6D-E7CF-484B-B070-352ADD1FBFB5}" presName="text2" presStyleLbl="fgAcc2" presStyleIdx="1" presStyleCnt="2" custScaleX="142981" custScaleY="212984">
        <dgm:presLayoutVars>
          <dgm:chPref val="3"/>
        </dgm:presLayoutVars>
      </dgm:prSet>
      <dgm:spPr/>
    </dgm:pt>
    <dgm:pt modelId="{90EA45D1-9D29-4FAF-9EE4-199C37BA978B}" type="pres">
      <dgm:prSet presAssocID="{15BBDF6D-E7CF-484B-B070-352ADD1FBFB5}" presName="hierChild3" presStyleCnt="0"/>
      <dgm:spPr/>
    </dgm:pt>
  </dgm:ptLst>
  <dgm:cxnLst>
    <dgm:cxn modelId="{6179D102-1BD9-4A6F-A1DA-D7A4BDE5873E}" type="presOf" srcId="{F3D9AD9F-9F45-417A-A79C-EF3FF53518D0}" destId="{733C53EF-35F6-4D4E-9C1B-1BB0601D7E7D}" srcOrd="0" destOrd="0" presId="urn:microsoft.com/office/officeart/2005/8/layout/hierarchy1"/>
    <dgm:cxn modelId="{D1CD490D-522B-4946-93E4-4CB6578BAFE3}" type="presOf" srcId="{E0157661-A005-4219-AEB6-A6F0B57CBA05}" destId="{0930F961-98B5-4429-A0CF-DF74A9399136}" srcOrd="0" destOrd="0" presId="urn:microsoft.com/office/officeart/2005/8/layout/hierarchy1"/>
    <dgm:cxn modelId="{0940383C-7A02-48B3-AB9A-E2C83A1E038F}" srcId="{E0157661-A005-4219-AEB6-A6F0B57CBA05}" destId="{F3D4B83A-3A4A-45E2-BFD0-7D5A2FC81596}" srcOrd="0" destOrd="0" parTransId="{D509E128-EE73-4C7E-81EB-43B268002737}" sibTransId="{3B06FBF5-3381-4466-AA0D-A896B3B3FED1}"/>
    <dgm:cxn modelId="{78A8C143-193C-498D-8023-F3B7308E36C8}" srcId="{F3D4B83A-3A4A-45E2-BFD0-7D5A2FC81596}" destId="{15BBDF6D-E7CF-484B-B070-352ADD1FBFB5}" srcOrd="1" destOrd="0" parTransId="{92A086CD-D664-4699-9890-FD7F1817422A}" sibTransId="{E6E6D4AB-A9E5-42E6-BC32-E00CA11AEF28}"/>
    <dgm:cxn modelId="{2AFCE963-F5F3-4578-BC5C-854C0E5D6652}" type="presOf" srcId="{F3C901DC-0B7E-4CDA-AB5D-BBEA95DF34CA}" destId="{765A79B0-0C78-490C-8A64-3174562552BF}" srcOrd="0" destOrd="0" presId="urn:microsoft.com/office/officeart/2005/8/layout/hierarchy1"/>
    <dgm:cxn modelId="{BDB01C86-7711-4E8A-BD6A-5422750DE930}" type="presOf" srcId="{15BBDF6D-E7CF-484B-B070-352ADD1FBFB5}" destId="{436EE1DE-8174-470B-BDD7-CBED2D4B6D13}" srcOrd="0" destOrd="0" presId="urn:microsoft.com/office/officeart/2005/8/layout/hierarchy1"/>
    <dgm:cxn modelId="{188ACFC4-3E2A-4FB1-8D3C-BAC05C159184}" type="presOf" srcId="{92A086CD-D664-4699-9890-FD7F1817422A}" destId="{88BA7D6F-8005-4885-9BEC-0E0B7C5A5B35}" srcOrd="0" destOrd="0" presId="urn:microsoft.com/office/officeart/2005/8/layout/hierarchy1"/>
    <dgm:cxn modelId="{9955CED0-929D-4BA4-9868-46E79026A93A}" srcId="{F3D4B83A-3A4A-45E2-BFD0-7D5A2FC81596}" destId="{F3C901DC-0B7E-4CDA-AB5D-BBEA95DF34CA}" srcOrd="0" destOrd="0" parTransId="{F3D9AD9F-9F45-417A-A79C-EF3FF53518D0}" sibTransId="{29D47D22-8FEC-41B1-973F-0DFE9C827FF9}"/>
    <dgm:cxn modelId="{7B161CE2-A561-437C-AC9E-0AD2D038BF78}" type="presOf" srcId="{F3D4B83A-3A4A-45E2-BFD0-7D5A2FC81596}" destId="{9DB2AD5F-1FA5-4826-A23D-D4C78845C701}" srcOrd="0" destOrd="0" presId="urn:microsoft.com/office/officeart/2005/8/layout/hierarchy1"/>
    <dgm:cxn modelId="{887A57C8-7E3A-4198-9C69-AA3CCB4CC04B}" type="presParOf" srcId="{0930F961-98B5-4429-A0CF-DF74A9399136}" destId="{254A4F03-C735-4177-985E-7E5F37E34A0C}" srcOrd="0" destOrd="0" presId="urn:microsoft.com/office/officeart/2005/8/layout/hierarchy1"/>
    <dgm:cxn modelId="{43D830E4-421A-4B13-B409-A59DE3C1AA3C}" type="presParOf" srcId="{254A4F03-C735-4177-985E-7E5F37E34A0C}" destId="{96995C7A-70E7-47E6-BC2C-6487E681B1F7}" srcOrd="0" destOrd="0" presId="urn:microsoft.com/office/officeart/2005/8/layout/hierarchy1"/>
    <dgm:cxn modelId="{790EBDF9-C59F-45B9-B88D-01140A2F64FE}" type="presParOf" srcId="{96995C7A-70E7-47E6-BC2C-6487E681B1F7}" destId="{71C6B0D5-955D-457E-852F-40FFD1EF831B}" srcOrd="0" destOrd="0" presId="urn:microsoft.com/office/officeart/2005/8/layout/hierarchy1"/>
    <dgm:cxn modelId="{163B70F0-E862-450A-927D-1896406975EC}" type="presParOf" srcId="{96995C7A-70E7-47E6-BC2C-6487E681B1F7}" destId="{9DB2AD5F-1FA5-4826-A23D-D4C78845C701}" srcOrd="1" destOrd="0" presId="urn:microsoft.com/office/officeart/2005/8/layout/hierarchy1"/>
    <dgm:cxn modelId="{98EB7F52-1601-4DAA-A550-234CC7E73C74}" type="presParOf" srcId="{254A4F03-C735-4177-985E-7E5F37E34A0C}" destId="{9FE25191-B0B9-4E88-924B-A28831E8F293}" srcOrd="1" destOrd="0" presId="urn:microsoft.com/office/officeart/2005/8/layout/hierarchy1"/>
    <dgm:cxn modelId="{095DAA70-94E2-426B-AC1E-4ED968CC13DA}" type="presParOf" srcId="{9FE25191-B0B9-4E88-924B-A28831E8F293}" destId="{733C53EF-35F6-4D4E-9C1B-1BB0601D7E7D}" srcOrd="0" destOrd="0" presId="urn:microsoft.com/office/officeart/2005/8/layout/hierarchy1"/>
    <dgm:cxn modelId="{EE41F842-0624-4088-8E29-A680DC1E60C5}" type="presParOf" srcId="{9FE25191-B0B9-4E88-924B-A28831E8F293}" destId="{ECD5D135-48D3-4A96-BE67-ED44B65D88F0}" srcOrd="1" destOrd="0" presId="urn:microsoft.com/office/officeart/2005/8/layout/hierarchy1"/>
    <dgm:cxn modelId="{74A02174-2970-4B9A-A69F-734E6B32C5C5}" type="presParOf" srcId="{ECD5D135-48D3-4A96-BE67-ED44B65D88F0}" destId="{9B7A5F1E-62D0-4DBF-AB66-7482D77E01EF}" srcOrd="0" destOrd="0" presId="urn:microsoft.com/office/officeart/2005/8/layout/hierarchy1"/>
    <dgm:cxn modelId="{A23B07A7-78E4-4E0C-AC67-D7D11FEC2BAB}" type="presParOf" srcId="{9B7A5F1E-62D0-4DBF-AB66-7482D77E01EF}" destId="{DD744D88-0330-4F34-BDFE-65EC971A1F9B}" srcOrd="0" destOrd="0" presId="urn:microsoft.com/office/officeart/2005/8/layout/hierarchy1"/>
    <dgm:cxn modelId="{A180963F-4738-44F8-9B6F-4FDB89D868CF}" type="presParOf" srcId="{9B7A5F1E-62D0-4DBF-AB66-7482D77E01EF}" destId="{765A79B0-0C78-490C-8A64-3174562552BF}" srcOrd="1" destOrd="0" presId="urn:microsoft.com/office/officeart/2005/8/layout/hierarchy1"/>
    <dgm:cxn modelId="{CF8C43E0-E37D-41D4-80DA-B767CBD89D1B}" type="presParOf" srcId="{ECD5D135-48D3-4A96-BE67-ED44B65D88F0}" destId="{84F49EF7-9422-44EB-B082-B57801F99CB7}" srcOrd="1" destOrd="0" presId="urn:microsoft.com/office/officeart/2005/8/layout/hierarchy1"/>
    <dgm:cxn modelId="{C5541E9E-B88F-4BA2-978C-E6DDB4715362}" type="presParOf" srcId="{9FE25191-B0B9-4E88-924B-A28831E8F293}" destId="{88BA7D6F-8005-4885-9BEC-0E0B7C5A5B35}" srcOrd="2" destOrd="0" presId="urn:microsoft.com/office/officeart/2005/8/layout/hierarchy1"/>
    <dgm:cxn modelId="{2D78DD71-1115-4AF1-B833-0D38AB8E99B2}" type="presParOf" srcId="{9FE25191-B0B9-4E88-924B-A28831E8F293}" destId="{12F11BDE-3157-4D33-AE06-55530D1A10DD}" srcOrd="3" destOrd="0" presId="urn:microsoft.com/office/officeart/2005/8/layout/hierarchy1"/>
    <dgm:cxn modelId="{E29F1665-80DD-4471-9AFD-7E8C2C1E13F2}" type="presParOf" srcId="{12F11BDE-3157-4D33-AE06-55530D1A10DD}" destId="{615E2B63-A6C7-4E64-97C5-C063183AA990}" srcOrd="0" destOrd="0" presId="urn:microsoft.com/office/officeart/2005/8/layout/hierarchy1"/>
    <dgm:cxn modelId="{64A6165B-94AC-4A67-BA12-F5B2C2219077}" type="presParOf" srcId="{615E2B63-A6C7-4E64-97C5-C063183AA990}" destId="{C236D9D7-E343-4181-8C59-9E05E40A7F0C}" srcOrd="0" destOrd="0" presId="urn:microsoft.com/office/officeart/2005/8/layout/hierarchy1"/>
    <dgm:cxn modelId="{D9224AAF-ADD7-48F6-8185-3B64AA7BD256}" type="presParOf" srcId="{615E2B63-A6C7-4E64-97C5-C063183AA990}" destId="{436EE1DE-8174-470B-BDD7-CBED2D4B6D13}" srcOrd="1" destOrd="0" presId="urn:microsoft.com/office/officeart/2005/8/layout/hierarchy1"/>
    <dgm:cxn modelId="{05560E48-A4FD-4DD0-A587-7353E079F2EF}" type="presParOf" srcId="{12F11BDE-3157-4D33-AE06-55530D1A10DD}" destId="{90EA45D1-9D29-4FAF-9EE4-199C37BA978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5BD71-D1C3-4963-953E-FEB1B06CB549}">
      <dsp:nvSpPr>
        <dsp:cNvPr id="0" name=""/>
        <dsp:cNvSpPr/>
      </dsp:nvSpPr>
      <dsp:spPr>
        <a:xfrm rot="5400000">
          <a:off x="-268895" y="268895"/>
          <a:ext cx="1358324" cy="82053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1</a:t>
          </a:r>
        </a:p>
      </dsp:txBody>
      <dsp:txXfrm rot="-5400000">
        <a:off x="0" y="410267"/>
        <a:ext cx="820534" cy="537790"/>
      </dsp:txXfrm>
    </dsp:sp>
    <dsp:sp modelId="{0007B0BB-F57C-4617-8161-6222BB132D30}">
      <dsp:nvSpPr>
        <dsp:cNvPr id="0" name=""/>
        <dsp:cNvSpPr/>
      </dsp:nvSpPr>
      <dsp:spPr>
        <a:xfrm rot="5400000">
          <a:off x="3625611" y="-2791079"/>
          <a:ext cx="1068660" cy="6678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планирование процессов, т.е. распределение процессорного времени между несколькими одновременно выполняющимися в системе процессами</a:t>
          </a:r>
        </a:p>
      </dsp:txBody>
      <dsp:txXfrm rot="-5400000">
        <a:off x="820534" y="66166"/>
        <a:ext cx="6626647" cy="964324"/>
      </dsp:txXfrm>
    </dsp:sp>
    <dsp:sp modelId="{0C1E518A-151A-4E33-9AFD-B1FBA6A59878}">
      <dsp:nvSpPr>
        <dsp:cNvPr id="0" name=""/>
        <dsp:cNvSpPr/>
      </dsp:nvSpPr>
      <dsp:spPr>
        <a:xfrm rot="5400000">
          <a:off x="-175533" y="1226443"/>
          <a:ext cx="1172192" cy="8205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2</a:t>
          </a:r>
        </a:p>
      </dsp:txBody>
      <dsp:txXfrm rot="-5400000">
        <a:off x="296" y="1460881"/>
        <a:ext cx="820534" cy="351658"/>
      </dsp:txXfrm>
    </dsp:sp>
    <dsp:sp modelId="{F79562B0-8077-495F-8AB0-082DA043D8C6}">
      <dsp:nvSpPr>
        <dsp:cNvPr id="0" name=""/>
        <dsp:cNvSpPr/>
      </dsp:nvSpPr>
      <dsp:spPr>
        <a:xfrm rot="5400000">
          <a:off x="3750861" y="-1763814"/>
          <a:ext cx="761924" cy="6678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создание и уничтожение процессов</a:t>
          </a:r>
        </a:p>
      </dsp:txBody>
      <dsp:txXfrm rot="-5400000">
        <a:off x="792416" y="1231825"/>
        <a:ext cx="6641621" cy="687536"/>
      </dsp:txXfrm>
    </dsp:sp>
    <dsp:sp modelId="{E99FAA1C-71D4-4ACD-95E5-1771E3E221EF}">
      <dsp:nvSpPr>
        <dsp:cNvPr id="0" name=""/>
        <dsp:cNvSpPr/>
      </dsp:nvSpPr>
      <dsp:spPr>
        <a:xfrm rot="5400000">
          <a:off x="-175828" y="2090533"/>
          <a:ext cx="1172192" cy="82053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3</a:t>
          </a:r>
        </a:p>
      </dsp:txBody>
      <dsp:txXfrm rot="-5400000">
        <a:off x="1" y="2324971"/>
        <a:ext cx="820534" cy="351658"/>
      </dsp:txXfrm>
    </dsp:sp>
    <dsp:sp modelId="{9709A3A0-DC21-4911-9378-F2A7FA2A617B}">
      <dsp:nvSpPr>
        <dsp:cNvPr id="0" name=""/>
        <dsp:cNvSpPr/>
      </dsp:nvSpPr>
      <dsp:spPr>
        <a:xfrm rot="5400000">
          <a:off x="3750861" y="-899719"/>
          <a:ext cx="761924" cy="6678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наделение процессов необходимыми системными ресурсами</a:t>
          </a:r>
        </a:p>
      </dsp:txBody>
      <dsp:txXfrm rot="-5400000">
        <a:off x="792416" y="2095920"/>
        <a:ext cx="6641621" cy="687536"/>
      </dsp:txXfrm>
    </dsp:sp>
    <dsp:sp modelId="{24AE36B4-8040-4FC1-80A7-97115635716E}">
      <dsp:nvSpPr>
        <dsp:cNvPr id="0" name=""/>
        <dsp:cNvSpPr/>
      </dsp:nvSpPr>
      <dsp:spPr>
        <a:xfrm rot="5400000">
          <a:off x="-175828" y="3098650"/>
          <a:ext cx="1172192" cy="82053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4</a:t>
          </a:r>
        </a:p>
      </dsp:txBody>
      <dsp:txXfrm rot="-5400000">
        <a:off x="1" y="3333088"/>
        <a:ext cx="820534" cy="351658"/>
      </dsp:txXfrm>
    </dsp:sp>
    <dsp:sp modelId="{995C4DCA-F28B-4928-9B37-52310C0B7C7B}">
      <dsp:nvSpPr>
        <dsp:cNvPr id="0" name=""/>
        <dsp:cNvSpPr/>
      </dsp:nvSpPr>
      <dsp:spPr>
        <a:xfrm rot="5400000">
          <a:off x="3750861" y="36383"/>
          <a:ext cx="761924" cy="6678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реализация обмена данными между процессами;</a:t>
          </a:r>
        </a:p>
      </dsp:txBody>
      <dsp:txXfrm rot="-5400000">
        <a:off x="792416" y="3032022"/>
        <a:ext cx="6641621" cy="687536"/>
      </dsp:txXfrm>
    </dsp:sp>
    <dsp:sp modelId="{5B8AABFE-09D1-46C8-AC42-68BA104B2D9C}">
      <dsp:nvSpPr>
        <dsp:cNvPr id="0" name=""/>
        <dsp:cNvSpPr/>
      </dsp:nvSpPr>
      <dsp:spPr>
        <a:xfrm rot="5400000">
          <a:off x="-175533" y="4034759"/>
          <a:ext cx="1172192" cy="820534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5</a:t>
          </a:r>
        </a:p>
      </dsp:txBody>
      <dsp:txXfrm rot="-5400000">
        <a:off x="296" y="4269197"/>
        <a:ext cx="820534" cy="351658"/>
      </dsp:txXfrm>
    </dsp:sp>
    <dsp:sp modelId="{82E66969-BB4A-400F-BC69-F65A5B0DB7F4}">
      <dsp:nvSpPr>
        <dsp:cNvPr id="0" name=""/>
        <dsp:cNvSpPr/>
      </dsp:nvSpPr>
      <dsp:spPr>
        <a:xfrm rot="5400000">
          <a:off x="3750861" y="972487"/>
          <a:ext cx="761924" cy="66788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 синхронизация процессов и потоков</a:t>
          </a:r>
          <a:endParaRPr lang="ru-RU" sz="2600" kern="1200" dirty="0"/>
        </a:p>
      </dsp:txBody>
      <dsp:txXfrm rot="-5400000">
        <a:off x="792416" y="3968126"/>
        <a:ext cx="6641621" cy="68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80E2E-EE29-4946-B57D-ED2A91E9EA78}">
      <dsp:nvSpPr>
        <dsp:cNvPr id="0" name=""/>
        <dsp:cNvSpPr/>
      </dsp:nvSpPr>
      <dsp:spPr>
        <a:xfrm rot="5400000">
          <a:off x="-185966" y="189497"/>
          <a:ext cx="1239777" cy="86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+</a:t>
          </a:r>
        </a:p>
      </dsp:txBody>
      <dsp:txXfrm rot="-5400000">
        <a:off x="1" y="437452"/>
        <a:ext cx="867844" cy="371933"/>
      </dsp:txXfrm>
    </dsp:sp>
    <dsp:sp modelId="{C369FE75-EA61-4C66-89D0-266562FC387B}">
      <dsp:nvSpPr>
        <dsp:cNvPr id="0" name=""/>
        <dsp:cNvSpPr/>
      </dsp:nvSpPr>
      <dsp:spPr>
        <a:xfrm rot="5400000">
          <a:off x="4145794" y="-3274419"/>
          <a:ext cx="805855" cy="7361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Создание потоков требует от ОС меньших накладных расходов, чем при создании процессов </a:t>
          </a:r>
        </a:p>
      </dsp:txBody>
      <dsp:txXfrm rot="-5400000">
        <a:off x="867845" y="42869"/>
        <a:ext cx="7322416" cy="727177"/>
      </dsp:txXfrm>
    </dsp:sp>
    <dsp:sp modelId="{E076C5C1-52BF-4196-95CC-4AEA4DA3C524}">
      <dsp:nvSpPr>
        <dsp:cNvPr id="0" name=""/>
        <dsp:cNvSpPr/>
      </dsp:nvSpPr>
      <dsp:spPr>
        <a:xfrm rot="5400000">
          <a:off x="-185966" y="1282538"/>
          <a:ext cx="1239777" cy="86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+</a:t>
          </a:r>
        </a:p>
      </dsp:txBody>
      <dsp:txXfrm rot="-5400000">
        <a:off x="1" y="1530493"/>
        <a:ext cx="867844" cy="371933"/>
      </dsp:txXfrm>
    </dsp:sp>
    <dsp:sp modelId="{42E2F0B7-E17B-4CB7-B847-C502509B5C4C}">
      <dsp:nvSpPr>
        <dsp:cNvPr id="0" name=""/>
        <dsp:cNvSpPr/>
      </dsp:nvSpPr>
      <dsp:spPr>
        <a:xfrm rot="5400000">
          <a:off x="4145794" y="-2181378"/>
          <a:ext cx="805855" cy="7361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Быстрота создания потока по сравнению с процессом</a:t>
          </a:r>
        </a:p>
      </dsp:txBody>
      <dsp:txXfrm rot="-5400000">
        <a:off x="867845" y="1135910"/>
        <a:ext cx="7322416" cy="727177"/>
      </dsp:txXfrm>
    </dsp:sp>
    <dsp:sp modelId="{3D2B61B3-E2F7-40F0-9531-DF0515116711}">
      <dsp:nvSpPr>
        <dsp:cNvPr id="0" name=""/>
        <dsp:cNvSpPr/>
      </dsp:nvSpPr>
      <dsp:spPr>
        <a:xfrm rot="5400000">
          <a:off x="-185966" y="2375579"/>
          <a:ext cx="1239777" cy="86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+</a:t>
          </a:r>
        </a:p>
      </dsp:txBody>
      <dsp:txXfrm rot="-5400000">
        <a:off x="1" y="2623534"/>
        <a:ext cx="867844" cy="371933"/>
      </dsp:txXfrm>
    </dsp:sp>
    <dsp:sp modelId="{135D126F-76FC-4255-96F2-F0C268E262A6}">
      <dsp:nvSpPr>
        <dsp:cNvPr id="0" name=""/>
        <dsp:cNvSpPr/>
      </dsp:nvSpPr>
      <dsp:spPr>
        <a:xfrm rot="5400000">
          <a:off x="4145794" y="-1088336"/>
          <a:ext cx="805855" cy="7361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Потоки одного процесса могут взаимодействовать   не обращаясь к ОС, а используя общую память</a:t>
          </a:r>
        </a:p>
      </dsp:txBody>
      <dsp:txXfrm rot="-5400000">
        <a:off x="867845" y="2228952"/>
        <a:ext cx="7322416" cy="727177"/>
      </dsp:txXfrm>
    </dsp:sp>
    <dsp:sp modelId="{F8DFFCC7-9C76-426A-89AB-ED7E3CAD066C}">
      <dsp:nvSpPr>
        <dsp:cNvPr id="0" name=""/>
        <dsp:cNvSpPr/>
      </dsp:nvSpPr>
      <dsp:spPr>
        <a:xfrm rot="5400000">
          <a:off x="-185966" y="3468621"/>
          <a:ext cx="1239777" cy="8678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+</a:t>
          </a:r>
        </a:p>
      </dsp:txBody>
      <dsp:txXfrm rot="-5400000">
        <a:off x="1" y="3716576"/>
        <a:ext cx="867844" cy="371933"/>
      </dsp:txXfrm>
    </dsp:sp>
    <dsp:sp modelId="{CAFAC1BA-330C-44AD-881F-E37454536B0F}">
      <dsp:nvSpPr>
        <dsp:cNvPr id="0" name=""/>
        <dsp:cNvSpPr/>
      </dsp:nvSpPr>
      <dsp:spPr>
        <a:xfrm rot="5400000">
          <a:off x="4145794" y="4704"/>
          <a:ext cx="805855" cy="73617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/>
            <a:t>Повышение производительности программы</a:t>
          </a:r>
        </a:p>
      </dsp:txBody>
      <dsp:txXfrm rot="-5400000">
        <a:off x="867845" y="3321993"/>
        <a:ext cx="7322416" cy="727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E3A56-20EA-46E7-B970-DF1B19ECE4C6}">
      <dsp:nvSpPr>
        <dsp:cNvPr id="0" name=""/>
        <dsp:cNvSpPr/>
      </dsp:nvSpPr>
      <dsp:spPr>
        <a:xfrm>
          <a:off x="2295" y="1439266"/>
          <a:ext cx="2815706" cy="9518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выполнение</a:t>
          </a:r>
          <a:endParaRPr lang="ru-RU" sz="2000" kern="1200" dirty="0"/>
        </a:p>
      </dsp:txBody>
      <dsp:txXfrm>
        <a:off x="478243" y="1439266"/>
        <a:ext cx="1863811" cy="951895"/>
      </dsp:txXfrm>
    </dsp:sp>
    <dsp:sp modelId="{4BFD52E0-4DD2-45D9-9F7A-2E28E2D8D489}">
      <dsp:nvSpPr>
        <dsp:cNvPr id="0" name=""/>
        <dsp:cNvSpPr/>
      </dsp:nvSpPr>
      <dsp:spPr>
        <a:xfrm>
          <a:off x="2508635" y="1502645"/>
          <a:ext cx="6643666" cy="82513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активное состояние, во время которого поток  обладает всеми необходимыми ресурсами и непосредственно выполняется процессором</a:t>
          </a:r>
        </a:p>
      </dsp:txBody>
      <dsp:txXfrm>
        <a:off x="2921203" y="1502645"/>
        <a:ext cx="5818530" cy="825136"/>
      </dsp:txXfrm>
    </dsp:sp>
    <dsp:sp modelId="{5011DBB6-6472-43F9-8414-C5C3C5C5A87B}">
      <dsp:nvSpPr>
        <dsp:cNvPr id="0" name=""/>
        <dsp:cNvSpPr/>
      </dsp:nvSpPr>
      <dsp:spPr>
        <a:xfrm>
          <a:off x="0" y="2498783"/>
          <a:ext cx="2652528" cy="9518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готовность</a:t>
          </a:r>
        </a:p>
      </dsp:txBody>
      <dsp:txXfrm>
        <a:off x="475948" y="2498783"/>
        <a:ext cx="1700633" cy="951895"/>
      </dsp:txXfrm>
    </dsp:sp>
    <dsp:sp modelId="{87DEE149-B8BC-4E64-9CCB-7491D17FC760}">
      <dsp:nvSpPr>
        <dsp:cNvPr id="0" name=""/>
        <dsp:cNvSpPr/>
      </dsp:nvSpPr>
      <dsp:spPr>
        <a:xfrm>
          <a:off x="2345457" y="2605338"/>
          <a:ext cx="6785306" cy="790073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пассивное состояние, поток заблокирован в связи с внешними по отношению к нему обстоятельствами </a:t>
          </a:r>
        </a:p>
      </dsp:txBody>
      <dsp:txXfrm>
        <a:off x="2740494" y="2605338"/>
        <a:ext cx="5995233" cy="790073"/>
      </dsp:txXfrm>
    </dsp:sp>
    <dsp:sp modelId="{68DBA867-C783-49B7-9D89-82159FE8D5EF}">
      <dsp:nvSpPr>
        <dsp:cNvPr id="0" name=""/>
        <dsp:cNvSpPr/>
      </dsp:nvSpPr>
      <dsp:spPr>
        <a:xfrm>
          <a:off x="2295" y="3609588"/>
          <a:ext cx="2794812" cy="9518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ожидание</a:t>
          </a:r>
        </a:p>
      </dsp:txBody>
      <dsp:txXfrm>
        <a:off x="478243" y="3609588"/>
        <a:ext cx="1842917" cy="951895"/>
      </dsp:txXfrm>
    </dsp:sp>
    <dsp:sp modelId="{C000E880-49A6-45DE-8252-0A46492FA2F1}">
      <dsp:nvSpPr>
        <dsp:cNvPr id="0" name=""/>
        <dsp:cNvSpPr/>
      </dsp:nvSpPr>
      <dsp:spPr>
        <a:xfrm>
          <a:off x="2487741" y="3690499"/>
          <a:ext cx="6671062" cy="790073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пассивное состояние, находясь в котором поток заблокирован по своим внутренним причинам  </a:t>
          </a:r>
        </a:p>
      </dsp:txBody>
      <dsp:txXfrm>
        <a:off x="2882778" y="3690499"/>
        <a:ext cx="5880989" cy="790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0CFAE-EC56-034E-AD54-BE52FEF0E474}">
      <dsp:nvSpPr>
        <dsp:cNvPr id="0" name=""/>
        <dsp:cNvSpPr/>
      </dsp:nvSpPr>
      <dsp:spPr>
        <a:xfrm>
          <a:off x="0" y="0"/>
          <a:ext cx="8144360" cy="109664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/>
            <a:t>События, приводящие к созданию процессов:</a:t>
          </a:r>
        </a:p>
      </dsp:txBody>
      <dsp:txXfrm>
        <a:off x="0" y="0"/>
        <a:ext cx="8144360" cy="1096645"/>
      </dsp:txXfrm>
    </dsp:sp>
    <dsp:sp modelId="{8DB0C889-D570-1746-AFA0-DA7F046BE778}">
      <dsp:nvSpPr>
        <dsp:cNvPr id="0" name=""/>
        <dsp:cNvSpPr/>
      </dsp:nvSpPr>
      <dsp:spPr>
        <a:xfrm>
          <a:off x="3976" y="1096645"/>
          <a:ext cx="2712135" cy="23029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загрузка системы</a:t>
          </a:r>
        </a:p>
      </dsp:txBody>
      <dsp:txXfrm>
        <a:off x="3976" y="1096645"/>
        <a:ext cx="2712135" cy="2302955"/>
      </dsp:txXfrm>
    </dsp:sp>
    <dsp:sp modelId="{24B45B01-076E-7544-8A3A-72252EA71AC3}">
      <dsp:nvSpPr>
        <dsp:cNvPr id="0" name=""/>
        <dsp:cNvSpPr/>
      </dsp:nvSpPr>
      <dsp:spPr>
        <a:xfrm>
          <a:off x="2716112" y="1096645"/>
          <a:ext cx="2712135" cy="23029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работающий процесс подает системный вызов на создание процесса </a:t>
          </a:r>
        </a:p>
      </dsp:txBody>
      <dsp:txXfrm>
        <a:off x="2716112" y="1096645"/>
        <a:ext cx="2712135" cy="2302955"/>
      </dsp:txXfrm>
    </dsp:sp>
    <dsp:sp modelId="{B140A563-A001-524D-947E-958E50EE8B26}">
      <dsp:nvSpPr>
        <dsp:cNvPr id="0" name=""/>
        <dsp:cNvSpPr/>
      </dsp:nvSpPr>
      <dsp:spPr>
        <a:xfrm>
          <a:off x="5428247" y="1096645"/>
          <a:ext cx="2712135" cy="23029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запрос пользователя на создание процесса </a:t>
          </a:r>
        </a:p>
      </dsp:txBody>
      <dsp:txXfrm>
        <a:off x="5428247" y="1096645"/>
        <a:ext cx="2712135" cy="2302955"/>
      </dsp:txXfrm>
    </dsp:sp>
    <dsp:sp modelId="{6E5397F8-03B5-D543-BA5E-F3BA04B1BA8B}">
      <dsp:nvSpPr>
        <dsp:cNvPr id="0" name=""/>
        <dsp:cNvSpPr/>
      </dsp:nvSpPr>
      <dsp:spPr>
        <a:xfrm>
          <a:off x="0" y="3399601"/>
          <a:ext cx="8144360" cy="25588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C4FA3-CD9E-434F-A6D3-BE6759560D66}">
      <dsp:nvSpPr>
        <dsp:cNvPr id="0" name=""/>
        <dsp:cNvSpPr/>
      </dsp:nvSpPr>
      <dsp:spPr>
        <a:xfrm>
          <a:off x="596126" y="0"/>
          <a:ext cx="6756097" cy="507831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8450E99-4075-5348-977C-C10EE9B10B20}">
      <dsp:nvSpPr>
        <dsp:cNvPr id="0" name=""/>
        <dsp:cNvSpPr/>
      </dsp:nvSpPr>
      <dsp:spPr>
        <a:xfrm>
          <a:off x="765" y="1523494"/>
          <a:ext cx="1881086" cy="203132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создать описатель процесса </a:t>
          </a:r>
        </a:p>
      </dsp:txBody>
      <dsp:txXfrm>
        <a:off x="92592" y="1615321"/>
        <a:ext cx="1697432" cy="1847672"/>
      </dsp:txXfrm>
    </dsp:sp>
    <dsp:sp modelId="{F1F89512-4D82-5C42-8D08-85B631151A0D}">
      <dsp:nvSpPr>
        <dsp:cNvPr id="0" name=""/>
        <dsp:cNvSpPr/>
      </dsp:nvSpPr>
      <dsp:spPr>
        <a:xfrm>
          <a:off x="2155464" y="1523494"/>
          <a:ext cx="2678799" cy="203132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загрузить коды и данные исполняемой программы процесса с диска в оперативную память</a:t>
          </a:r>
        </a:p>
      </dsp:txBody>
      <dsp:txXfrm>
        <a:off x="2254625" y="1622655"/>
        <a:ext cx="2480477" cy="1833004"/>
      </dsp:txXfrm>
    </dsp:sp>
    <dsp:sp modelId="{A3ED91E1-6E11-D748-A6AF-454E3E0917AA}">
      <dsp:nvSpPr>
        <dsp:cNvPr id="0" name=""/>
        <dsp:cNvSpPr/>
      </dsp:nvSpPr>
      <dsp:spPr>
        <a:xfrm>
          <a:off x="5107876" y="1523494"/>
          <a:ext cx="2839707" cy="203132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 в многопоточной системе для каждого создаваемого процесса создать как минимум один поток выполнения</a:t>
          </a:r>
        </a:p>
      </dsp:txBody>
      <dsp:txXfrm>
        <a:off x="5207037" y="1622655"/>
        <a:ext cx="2641385" cy="18330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BA806-9F8A-1F4E-A6AD-3D2C1747A6D6}">
      <dsp:nvSpPr>
        <dsp:cNvPr id="0" name=""/>
        <dsp:cNvSpPr/>
      </dsp:nvSpPr>
      <dsp:spPr>
        <a:xfrm>
          <a:off x="4520" y="892670"/>
          <a:ext cx="2910717" cy="5592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rPr>
            <a:t>Планирование:</a:t>
          </a:r>
          <a:endParaRPr lang="ru-RU" sz="3200" kern="1200" dirty="0"/>
        </a:p>
      </dsp:txBody>
      <dsp:txXfrm>
        <a:off x="20900" y="909050"/>
        <a:ext cx="2877957" cy="526490"/>
      </dsp:txXfrm>
    </dsp:sp>
    <dsp:sp modelId="{39486E81-5354-244C-AF12-82DEFC35F258}">
      <dsp:nvSpPr>
        <dsp:cNvPr id="0" name=""/>
        <dsp:cNvSpPr/>
      </dsp:nvSpPr>
      <dsp:spPr>
        <a:xfrm>
          <a:off x="295592" y="1451921"/>
          <a:ext cx="291071" cy="866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57"/>
              </a:lnTo>
              <a:lnTo>
                <a:pt x="291071" y="86635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6CD651-9643-2846-B156-6D21101DAEBA}">
      <dsp:nvSpPr>
        <dsp:cNvPr id="0" name=""/>
        <dsp:cNvSpPr/>
      </dsp:nvSpPr>
      <dsp:spPr>
        <a:xfrm>
          <a:off x="586664" y="1930682"/>
          <a:ext cx="5764687" cy="7751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определение момента времени для смены текущего активного потока</a:t>
          </a:r>
        </a:p>
      </dsp:txBody>
      <dsp:txXfrm>
        <a:off x="609369" y="1953387"/>
        <a:ext cx="5719277" cy="729781"/>
      </dsp:txXfrm>
    </dsp:sp>
    <dsp:sp modelId="{B9A4F8C3-7AC5-E346-B1B6-D521BC23C228}">
      <dsp:nvSpPr>
        <dsp:cNvPr id="0" name=""/>
        <dsp:cNvSpPr/>
      </dsp:nvSpPr>
      <dsp:spPr>
        <a:xfrm>
          <a:off x="295592" y="1451921"/>
          <a:ext cx="291071" cy="20943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4361"/>
              </a:lnTo>
              <a:lnTo>
                <a:pt x="291071" y="209436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237CF-A5BC-C647-814E-44C8871A6D22}">
      <dsp:nvSpPr>
        <dsp:cNvPr id="0" name=""/>
        <dsp:cNvSpPr/>
      </dsp:nvSpPr>
      <dsp:spPr>
        <a:xfrm>
          <a:off x="586664" y="3184635"/>
          <a:ext cx="5786075" cy="7232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выбор потока для выполнения из очереди готовых</a:t>
          </a:r>
        </a:p>
      </dsp:txBody>
      <dsp:txXfrm>
        <a:off x="607849" y="3205820"/>
        <a:ext cx="5743705" cy="6809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ABA806-9F8A-1F4E-A6AD-3D2C1747A6D6}">
      <dsp:nvSpPr>
        <dsp:cNvPr id="0" name=""/>
        <dsp:cNvSpPr/>
      </dsp:nvSpPr>
      <dsp:spPr>
        <a:xfrm>
          <a:off x="4520" y="892670"/>
          <a:ext cx="2910717" cy="5592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rPr>
            <a:t>Планирование:</a:t>
          </a:r>
          <a:endParaRPr lang="ru-RU" sz="3200" kern="1200" dirty="0"/>
        </a:p>
      </dsp:txBody>
      <dsp:txXfrm>
        <a:off x="20900" y="909050"/>
        <a:ext cx="2877957" cy="526490"/>
      </dsp:txXfrm>
    </dsp:sp>
    <dsp:sp modelId="{39486E81-5354-244C-AF12-82DEFC35F258}">
      <dsp:nvSpPr>
        <dsp:cNvPr id="0" name=""/>
        <dsp:cNvSpPr/>
      </dsp:nvSpPr>
      <dsp:spPr>
        <a:xfrm>
          <a:off x="295592" y="1451921"/>
          <a:ext cx="291071" cy="866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57"/>
              </a:lnTo>
              <a:lnTo>
                <a:pt x="291071" y="86635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6CD651-9643-2846-B156-6D21101DAEBA}">
      <dsp:nvSpPr>
        <dsp:cNvPr id="0" name=""/>
        <dsp:cNvSpPr/>
      </dsp:nvSpPr>
      <dsp:spPr>
        <a:xfrm>
          <a:off x="586664" y="1930682"/>
          <a:ext cx="5764687" cy="7751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определение момента времени для смены текущего активного потока</a:t>
          </a:r>
        </a:p>
      </dsp:txBody>
      <dsp:txXfrm>
        <a:off x="609369" y="1953387"/>
        <a:ext cx="5719277" cy="729781"/>
      </dsp:txXfrm>
    </dsp:sp>
    <dsp:sp modelId="{B9A4F8C3-7AC5-E346-B1B6-D521BC23C228}">
      <dsp:nvSpPr>
        <dsp:cNvPr id="0" name=""/>
        <dsp:cNvSpPr/>
      </dsp:nvSpPr>
      <dsp:spPr>
        <a:xfrm>
          <a:off x="295592" y="1451921"/>
          <a:ext cx="291071" cy="20943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94361"/>
              </a:lnTo>
              <a:lnTo>
                <a:pt x="291071" y="2094361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237CF-A5BC-C647-814E-44C8871A6D22}">
      <dsp:nvSpPr>
        <dsp:cNvPr id="0" name=""/>
        <dsp:cNvSpPr/>
      </dsp:nvSpPr>
      <dsp:spPr>
        <a:xfrm>
          <a:off x="586664" y="3184635"/>
          <a:ext cx="5786075" cy="7232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выбор потока для выполнения из очереди готовых</a:t>
          </a:r>
        </a:p>
      </dsp:txBody>
      <dsp:txXfrm>
        <a:off x="607849" y="3205820"/>
        <a:ext cx="5743705" cy="68092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806E7-6D78-4F96-B8A1-1CC078F481EB}">
      <dsp:nvSpPr>
        <dsp:cNvPr id="0" name=""/>
        <dsp:cNvSpPr/>
      </dsp:nvSpPr>
      <dsp:spPr>
        <a:xfrm>
          <a:off x="3598259" y="1619666"/>
          <a:ext cx="1911962" cy="7926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173"/>
              </a:lnTo>
              <a:lnTo>
                <a:pt x="1911962" y="540173"/>
              </a:lnTo>
              <a:lnTo>
                <a:pt x="1911962" y="7926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60C870-81AF-4B41-9DB9-FF4C8B99B2A4}">
      <dsp:nvSpPr>
        <dsp:cNvPr id="0" name=""/>
        <dsp:cNvSpPr/>
      </dsp:nvSpPr>
      <dsp:spPr>
        <a:xfrm>
          <a:off x="1612682" y="1619666"/>
          <a:ext cx="1985577" cy="792658"/>
        </a:xfrm>
        <a:custGeom>
          <a:avLst/>
          <a:gdLst/>
          <a:ahLst/>
          <a:cxnLst/>
          <a:rect l="0" t="0" r="0" b="0"/>
          <a:pathLst>
            <a:path>
              <a:moveTo>
                <a:pt x="1985577" y="0"/>
              </a:moveTo>
              <a:lnTo>
                <a:pt x="1985577" y="540173"/>
              </a:lnTo>
              <a:lnTo>
                <a:pt x="0" y="540173"/>
              </a:lnTo>
              <a:lnTo>
                <a:pt x="0" y="7926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84FC8E-F86F-4F5A-A026-F79738E1703B}">
      <dsp:nvSpPr>
        <dsp:cNvPr id="0" name=""/>
        <dsp:cNvSpPr/>
      </dsp:nvSpPr>
      <dsp:spPr>
        <a:xfrm>
          <a:off x="2129148" y="369911"/>
          <a:ext cx="2938222" cy="12497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03BE4-F825-4596-9FB6-E4E968EC6C5A}">
      <dsp:nvSpPr>
        <dsp:cNvPr id="0" name=""/>
        <dsp:cNvSpPr/>
      </dsp:nvSpPr>
      <dsp:spPr>
        <a:xfrm>
          <a:off x="2431979" y="657600"/>
          <a:ext cx="2938222" cy="12497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800000"/>
              </a:solidFill>
            </a:rPr>
            <a:t>Планирование</a:t>
          </a:r>
        </a:p>
      </dsp:txBody>
      <dsp:txXfrm>
        <a:off x="2468583" y="694204"/>
        <a:ext cx="2865014" cy="1176546"/>
      </dsp:txXfrm>
    </dsp:sp>
    <dsp:sp modelId="{055BE6A8-3E11-49F6-BCA0-02F9C98EDF29}">
      <dsp:nvSpPr>
        <dsp:cNvPr id="0" name=""/>
        <dsp:cNvSpPr/>
      </dsp:nvSpPr>
      <dsp:spPr>
        <a:xfrm>
          <a:off x="3550" y="2412324"/>
          <a:ext cx="3218264" cy="1730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25320-47ED-463F-933F-E1D3349F8B7E}">
      <dsp:nvSpPr>
        <dsp:cNvPr id="0" name=""/>
        <dsp:cNvSpPr/>
      </dsp:nvSpPr>
      <dsp:spPr>
        <a:xfrm>
          <a:off x="306380" y="2700013"/>
          <a:ext cx="3218264" cy="17306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 динамическое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 (</a:t>
          </a:r>
          <a:r>
            <a:rPr lang="ru-RU" sz="1800" kern="1200" dirty="0"/>
            <a:t>решения принимаются во время работы системы на основе анализа текущей ситуации) </a:t>
          </a:r>
        </a:p>
      </dsp:txBody>
      <dsp:txXfrm>
        <a:off x="357070" y="2750703"/>
        <a:ext cx="3116884" cy="1629294"/>
      </dsp:txXfrm>
    </dsp:sp>
    <dsp:sp modelId="{645EDD2A-E589-4B9F-A3A5-4344C5695092}">
      <dsp:nvSpPr>
        <dsp:cNvPr id="0" name=""/>
        <dsp:cNvSpPr/>
      </dsp:nvSpPr>
      <dsp:spPr>
        <a:xfrm>
          <a:off x="3827475" y="2412324"/>
          <a:ext cx="3365494" cy="1730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86A32-96DB-42B3-877B-FB0C4F259D77}">
      <dsp:nvSpPr>
        <dsp:cNvPr id="0" name=""/>
        <dsp:cNvSpPr/>
      </dsp:nvSpPr>
      <dsp:spPr>
        <a:xfrm>
          <a:off x="4130305" y="2700013"/>
          <a:ext cx="3365494" cy="17306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 статическое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 (решения приняты заранее, работа по расписанию)</a:t>
          </a:r>
        </a:p>
      </dsp:txBody>
      <dsp:txXfrm>
        <a:off x="4180995" y="2750703"/>
        <a:ext cx="3264114" cy="16292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F092A-1F94-4AF8-B571-5E7A34568186}">
      <dsp:nvSpPr>
        <dsp:cNvPr id="0" name=""/>
        <dsp:cNvSpPr/>
      </dsp:nvSpPr>
      <dsp:spPr>
        <a:xfrm rot="5400000">
          <a:off x="-226692" y="226846"/>
          <a:ext cx="1511281" cy="1057897"/>
        </a:xfrm>
        <a:prstGeom prst="chevron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1</a:t>
          </a:r>
        </a:p>
      </dsp:txBody>
      <dsp:txXfrm rot="-5400000">
        <a:off x="1" y="529103"/>
        <a:ext cx="1057897" cy="453384"/>
      </dsp:txXfrm>
    </dsp:sp>
    <dsp:sp modelId="{49AC07D6-46F4-4A60-B359-B78A186FE4D1}">
      <dsp:nvSpPr>
        <dsp:cNvPr id="0" name=""/>
        <dsp:cNvSpPr/>
      </dsp:nvSpPr>
      <dsp:spPr>
        <a:xfrm rot="5400000">
          <a:off x="3180234" y="-2122182"/>
          <a:ext cx="982333" cy="52270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 сохранение контекста текущего потока</a:t>
          </a:r>
        </a:p>
      </dsp:txBody>
      <dsp:txXfrm rot="-5400000">
        <a:off x="1057898" y="48108"/>
        <a:ext cx="5179052" cy="886425"/>
      </dsp:txXfrm>
    </dsp:sp>
    <dsp:sp modelId="{7F3A0F29-245B-4D2C-95B3-E30BBDF33498}">
      <dsp:nvSpPr>
        <dsp:cNvPr id="0" name=""/>
        <dsp:cNvSpPr/>
      </dsp:nvSpPr>
      <dsp:spPr>
        <a:xfrm rot="5400000">
          <a:off x="-226692" y="1542741"/>
          <a:ext cx="1511281" cy="1057897"/>
        </a:xfrm>
        <a:prstGeom prst="chevron">
          <a:avLst/>
        </a:prstGeom>
        <a:solidFill>
          <a:schemeClr val="accent6">
            <a:shade val="50000"/>
            <a:hueOff val="-307797"/>
            <a:satOff val="20520"/>
            <a:lumOff val="2679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2</a:t>
          </a:r>
        </a:p>
      </dsp:txBody>
      <dsp:txXfrm rot="-5400000">
        <a:off x="1" y="1844998"/>
        <a:ext cx="1057897" cy="453384"/>
      </dsp:txXfrm>
    </dsp:sp>
    <dsp:sp modelId="{4C754910-2A40-42DC-BC22-1E9BAA2861D4}">
      <dsp:nvSpPr>
        <dsp:cNvPr id="0" name=""/>
        <dsp:cNvSpPr/>
      </dsp:nvSpPr>
      <dsp:spPr>
        <a:xfrm rot="5400000">
          <a:off x="3180234" y="-806287"/>
          <a:ext cx="982333" cy="52270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загрузка контекста  потока, выбранного в результате планирования</a:t>
          </a:r>
        </a:p>
      </dsp:txBody>
      <dsp:txXfrm rot="-5400000">
        <a:off x="1057898" y="1364003"/>
        <a:ext cx="5179052" cy="886425"/>
      </dsp:txXfrm>
    </dsp:sp>
    <dsp:sp modelId="{5A512AD6-E371-4356-9CDA-0EE4958598F6}">
      <dsp:nvSpPr>
        <dsp:cNvPr id="0" name=""/>
        <dsp:cNvSpPr/>
      </dsp:nvSpPr>
      <dsp:spPr>
        <a:xfrm rot="5400000">
          <a:off x="-226692" y="2858635"/>
          <a:ext cx="1511281" cy="1057897"/>
        </a:xfrm>
        <a:prstGeom prst="chevron">
          <a:avLst/>
        </a:prstGeom>
        <a:solidFill>
          <a:schemeClr val="accent6">
            <a:shade val="50000"/>
            <a:hueOff val="-307797"/>
            <a:satOff val="20520"/>
            <a:lumOff val="2679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3</a:t>
          </a:r>
        </a:p>
      </dsp:txBody>
      <dsp:txXfrm rot="-5400000">
        <a:off x="1" y="3160892"/>
        <a:ext cx="1057897" cy="453384"/>
      </dsp:txXfrm>
    </dsp:sp>
    <dsp:sp modelId="{E1AF0A44-B682-4F57-9701-2A0181EDAFF0}">
      <dsp:nvSpPr>
        <dsp:cNvPr id="0" name=""/>
        <dsp:cNvSpPr/>
      </dsp:nvSpPr>
      <dsp:spPr>
        <a:xfrm rot="5400000">
          <a:off x="3180234" y="509606"/>
          <a:ext cx="982333" cy="52270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200" kern="1200" dirty="0"/>
            <a:t> запуск нового потока на выполнение </a:t>
          </a:r>
        </a:p>
      </dsp:txBody>
      <dsp:txXfrm rot="-5400000">
        <a:off x="1057898" y="2679896"/>
        <a:ext cx="5179052" cy="8864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8B3D8-2E4F-408C-85B7-148BE492AC04}">
      <dsp:nvSpPr>
        <dsp:cNvPr id="0" name=""/>
        <dsp:cNvSpPr/>
      </dsp:nvSpPr>
      <dsp:spPr>
        <a:xfrm>
          <a:off x="3571162" y="1191952"/>
          <a:ext cx="1963635" cy="934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842"/>
              </a:lnTo>
              <a:lnTo>
                <a:pt x="1963635" y="636842"/>
              </a:lnTo>
              <a:lnTo>
                <a:pt x="1963635" y="9345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AD9092-C2E8-445F-BD90-E8120AAADD78}">
      <dsp:nvSpPr>
        <dsp:cNvPr id="0" name=""/>
        <dsp:cNvSpPr/>
      </dsp:nvSpPr>
      <dsp:spPr>
        <a:xfrm>
          <a:off x="1607526" y="1191952"/>
          <a:ext cx="1963635" cy="934512"/>
        </a:xfrm>
        <a:custGeom>
          <a:avLst/>
          <a:gdLst/>
          <a:ahLst/>
          <a:cxnLst/>
          <a:rect l="0" t="0" r="0" b="0"/>
          <a:pathLst>
            <a:path>
              <a:moveTo>
                <a:pt x="1963635" y="0"/>
              </a:moveTo>
              <a:lnTo>
                <a:pt x="1963635" y="636842"/>
              </a:lnTo>
              <a:lnTo>
                <a:pt x="0" y="636842"/>
              </a:lnTo>
              <a:lnTo>
                <a:pt x="0" y="93451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77952-B8A1-4310-A6C9-AEB074B34FE4}">
      <dsp:nvSpPr>
        <dsp:cNvPr id="0" name=""/>
        <dsp:cNvSpPr/>
      </dsp:nvSpPr>
      <dsp:spPr>
        <a:xfrm>
          <a:off x="1059434" y="294565"/>
          <a:ext cx="5023455" cy="8973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45D51-4095-437A-8689-E6A8CFAC631C}">
      <dsp:nvSpPr>
        <dsp:cNvPr id="0" name=""/>
        <dsp:cNvSpPr/>
      </dsp:nvSpPr>
      <dsp:spPr>
        <a:xfrm>
          <a:off x="1416459" y="633739"/>
          <a:ext cx="5023455" cy="8973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FF0000"/>
              </a:solidFill>
            </a:rPr>
            <a:t>Алгоритмы планирования </a:t>
          </a:r>
        </a:p>
      </dsp:txBody>
      <dsp:txXfrm>
        <a:off x="1442743" y="660023"/>
        <a:ext cx="4970887" cy="844818"/>
      </dsp:txXfrm>
    </dsp:sp>
    <dsp:sp modelId="{6A794257-0E13-4073-BE26-1FDB33129801}">
      <dsp:nvSpPr>
        <dsp:cNvPr id="0" name=""/>
        <dsp:cNvSpPr/>
      </dsp:nvSpPr>
      <dsp:spPr>
        <a:xfrm>
          <a:off x="915" y="2126464"/>
          <a:ext cx="3213222" cy="2040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2FAEC-BA8D-4B1A-821F-B9F7986B0291}">
      <dsp:nvSpPr>
        <dsp:cNvPr id="0" name=""/>
        <dsp:cNvSpPr/>
      </dsp:nvSpPr>
      <dsp:spPr>
        <a:xfrm>
          <a:off x="357940" y="2465638"/>
          <a:ext cx="3213222" cy="2040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 err="1">
              <a:solidFill>
                <a:srgbClr val="FF0000"/>
              </a:solidFill>
            </a:rPr>
            <a:t>невытесняющие</a:t>
          </a:r>
          <a:r>
            <a:rPr lang="ru-RU" sz="2000" kern="1200" dirty="0">
              <a:solidFill>
                <a:srgbClr val="FF0000"/>
              </a:solidFill>
            </a:rPr>
            <a:t> 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 активный поток выполняется до тех пор, пока он сам, по собственной инициативе, не отдаст управление  ОС  для того, чтобы та выбрала из очереди другой готовый к выполнению поток</a:t>
          </a:r>
        </a:p>
      </dsp:txBody>
      <dsp:txXfrm>
        <a:off x="417701" y="2525399"/>
        <a:ext cx="3093700" cy="1920874"/>
      </dsp:txXfrm>
    </dsp:sp>
    <dsp:sp modelId="{90095C80-A579-41F7-A8F5-BC83B778A9CB}">
      <dsp:nvSpPr>
        <dsp:cNvPr id="0" name=""/>
        <dsp:cNvSpPr/>
      </dsp:nvSpPr>
      <dsp:spPr>
        <a:xfrm>
          <a:off x="3928187" y="2126464"/>
          <a:ext cx="3213222" cy="2040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D66E8-9529-4052-AE89-1946CE4F72CB}">
      <dsp:nvSpPr>
        <dsp:cNvPr id="0" name=""/>
        <dsp:cNvSpPr/>
      </dsp:nvSpPr>
      <dsp:spPr>
        <a:xfrm>
          <a:off x="4285212" y="2465638"/>
          <a:ext cx="3213222" cy="2040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вытесняющие 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 решение о переключении процессора с выполнения одного потока на выполнение другого потока принимается ОС, а не активной задачей</a:t>
          </a:r>
        </a:p>
      </dsp:txBody>
      <dsp:txXfrm>
        <a:off x="4344973" y="2525399"/>
        <a:ext cx="3093700" cy="192087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319BB-C86D-1044-971B-401BB9B5AD14}">
      <dsp:nvSpPr>
        <dsp:cNvPr id="0" name=""/>
        <dsp:cNvSpPr/>
      </dsp:nvSpPr>
      <dsp:spPr>
        <a:xfrm>
          <a:off x="0" y="22769"/>
          <a:ext cx="7200800" cy="115478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Квант – ограниченный непрерывный интервал процессорного времени, который поочередно предоставляется всем существующим в системе потокам.</a:t>
          </a:r>
        </a:p>
      </dsp:txBody>
      <dsp:txXfrm>
        <a:off x="56372" y="79141"/>
        <a:ext cx="7088056" cy="104204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44A39-CAC5-004B-A5B4-AA3C88E6BAE2}">
      <dsp:nvSpPr>
        <dsp:cNvPr id="0" name=""/>
        <dsp:cNvSpPr/>
      </dsp:nvSpPr>
      <dsp:spPr>
        <a:xfrm>
          <a:off x="0" y="42667"/>
          <a:ext cx="7434262" cy="83537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Приоритет – это число, характеризующее степень привилегированности потока при использовании ресурсов ОС.</a:t>
          </a:r>
        </a:p>
      </dsp:txBody>
      <dsp:txXfrm>
        <a:off x="40780" y="83447"/>
        <a:ext cx="7352702" cy="75381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3E8F0-C69B-4BE4-BAB7-AFB4D58C6D8D}">
      <dsp:nvSpPr>
        <dsp:cNvPr id="0" name=""/>
        <dsp:cNvSpPr/>
      </dsp:nvSpPr>
      <dsp:spPr>
        <a:xfrm>
          <a:off x="3646222" y="889743"/>
          <a:ext cx="1789699" cy="7025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8749"/>
              </a:lnTo>
              <a:lnTo>
                <a:pt x="1789699" y="478749"/>
              </a:lnTo>
              <a:lnTo>
                <a:pt x="1789699" y="70252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694E5E-5A03-4848-A3B4-96E3B5EC1C77}">
      <dsp:nvSpPr>
        <dsp:cNvPr id="0" name=""/>
        <dsp:cNvSpPr/>
      </dsp:nvSpPr>
      <dsp:spPr>
        <a:xfrm>
          <a:off x="1522052" y="889743"/>
          <a:ext cx="2124169" cy="702524"/>
        </a:xfrm>
        <a:custGeom>
          <a:avLst/>
          <a:gdLst/>
          <a:ahLst/>
          <a:cxnLst/>
          <a:rect l="0" t="0" r="0" b="0"/>
          <a:pathLst>
            <a:path>
              <a:moveTo>
                <a:pt x="2124169" y="0"/>
              </a:moveTo>
              <a:lnTo>
                <a:pt x="2124169" y="478749"/>
              </a:lnTo>
              <a:lnTo>
                <a:pt x="0" y="478749"/>
              </a:lnTo>
              <a:lnTo>
                <a:pt x="0" y="70252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94D0B8-95AB-403D-96AD-D652D8DEF703}">
      <dsp:nvSpPr>
        <dsp:cNvPr id="0" name=""/>
        <dsp:cNvSpPr/>
      </dsp:nvSpPr>
      <dsp:spPr>
        <a:xfrm>
          <a:off x="1932844" y="189574"/>
          <a:ext cx="3426755" cy="700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8EB62-3FA3-4A46-8CE8-95E91C47C13D}">
      <dsp:nvSpPr>
        <dsp:cNvPr id="0" name=""/>
        <dsp:cNvSpPr/>
      </dsp:nvSpPr>
      <dsp:spPr>
        <a:xfrm>
          <a:off x="2201239" y="444550"/>
          <a:ext cx="3426755" cy="700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solidFill>
                <a:schemeClr val="tx2"/>
              </a:solidFill>
            </a:rPr>
            <a:t>Приоритеты</a:t>
          </a:r>
        </a:p>
      </dsp:txBody>
      <dsp:txXfrm>
        <a:off x="2221746" y="465057"/>
        <a:ext cx="3385741" cy="659155"/>
      </dsp:txXfrm>
    </dsp:sp>
    <dsp:sp modelId="{B2FE99A9-1CF9-4DCD-874F-AA3C1854BB54}">
      <dsp:nvSpPr>
        <dsp:cNvPr id="0" name=""/>
        <dsp:cNvSpPr/>
      </dsp:nvSpPr>
      <dsp:spPr>
        <a:xfrm>
          <a:off x="748" y="1592268"/>
          <a:ext cx="3042609" cy="20602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040F9-D55B-42C5-921C-A9E9B8B48D36}">
      <dsp:nvSpPr>
        <dsp:cNvPr id="0" name=""/>
        <dsp:cNvSpPr/>
      </dsp:nvSpPr>
      <dsp:spPr>
        <a:xfrm>
          <a:off x="269143" y="1847243"/>
          <a:ext cx="3042609" cy="20602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фиксированные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  приоритет потоку назначается ОС при его создании и не изменяется за время существования потока</a:t>
          </a:r>
        </a:p>
      </dsp:txBody>
      <dsp:txXfrm>
        <a:off x="329485" y="1907585"/>
        <a:ext cx="2921925" cy="1939543"/>
      </dsp:txXfrm>
    </dsp:sp>
    <dsp:sp modelId="{81E7971D-D271-45CF-A69C-A3BDD5CEE325}">
      <dsp:nvSpPr>
        <dsp:cNvPr id="0" name=""/>
        <dsp:cNvSpPr/>
      </dsp:nvSpPr>
      <dsp:spPr>
        <a:xfrm>
          <a:off x="3580147" y="1592268"/>
          <a:ext cx="3711549" cy="20602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55F68-55D9-42F2-8E97-D1B40253BD75}">
      <dsp:nvSpPr>
        <dsp:cNvPr id="0" name=""/>
        <dsp:cNvSpPr/>
      </dsp:nvSpPr>
      <dsp:spPr>
        <a:xfrm>
          <a:off x="3848542" y="1847243"/>
          <a:ext cx="3711549" cy="20602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динамические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 приоритет может быть изменен либо по инициативе самого потока, либо по инициативе пользователя, либо ОС изменяет приоритеты</a:t>
          </a:r>
          <a:r>
            <a:rPr lang="ru-RU" sz="1600" kern="1200" dirty="0"/>
            <a:t> </a:t>
          </a:r>
          <a:r>
            <a:rPr lang="ru-RU" sz="2000" kern="1200" dirty="0"/>
            <a:t>потоков</a:t>
          </a:r>
        </a:p>
      </dsp:txBody>
      <dsp:txXfrm>
        <a:off x="3908884" y="1907585"/>
        <a:ext cx="3590865" cy="193954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11F9C-3B4A-47B6-8554-D8000FC02A5D}">
      <dsp:nvSpPr>
        <dsp:cNvPr id="0" name=""/>
        <dsp:cNvSpPr/>
      </dsp:nvSpPr>
      <dsp:spPr>
        <a:xfrm>
          <a:off x="3580866" y="1262190"/>
          <a:ext cx="1856894" cy="883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2224"/>
              </a:lnTo>
              <a:lnTo>
                <a:pt x="1856894" y="602224"/>
              </a:lnTo>
              <a:lnTo>
                <a:pt x="1856894" y="8837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FE159-E512-4012-8064-C890ACB51168}">
      <dsp:nvSpPr>
        <dsp:cNvPr id="0" name=""/>
        <dsp:cNvSpPr/>
      </dsp:nvSpPr>
      <dsp:spPr>
        <a:xfrm>
          <a:off x="1522317" y="1262190"/>
          <a:ext cx="2058548" cy="883713"/>
        </a:xfrm>
        <a:custGeom>
          <a:avLst/>
          <a:gdLst/>
          <a:ahLst/>
          <a:cxnLst/>
          <a:rect l="0" t="0" r="0" b="0"/>
          <a:pathLst>
            <a:path>
              <a:moveTo>
                <a:pt x="2058548" y="0"/>
              </a:moveTo>
              <a:lnTo>
                <a:pt x="2058548" y="602224"/>
              </a:lnTo>
              <a:lnTo>
                <a:pt x="0" y="602224"/>
              </a:lnTo>
              <a:lnTo>
                <a:pt x="0" y="8837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94D0B8-95AB-403D-96AD-D652D8DEF703}">
      <dsp:nvSpPr>
        <dsp:cNvPr id="0" name=""/>
        <dsp:cNvSpPr/>
      </dsp:nvSpPr>
      <dsp:spPr>
        <a:xfrm>
          <a:off x="1784305" y="819528"/>
          <a:ext cx="3593121" cy="4426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8EB62-3FA3-4A46-8CE8-95E91C47C13D}">
      <dsp:nvSpPr>
        <dsp:cNvPr id="0" name=""/>
        <dsp:cNvSpPr/>
      </dsp:nvSpPr>
      <dsp:spPr>
        <a:xfrm>
          <a:off x="2121922" y="1140264"/>
          <a:ext cx="3593121" cy="4426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Приоритетное планирование</a:t>
          </a:r>
        </a:p>
      </dsp:txBody>
      <dsp:txXfrm>
        <a:off x="2134887" y="1153229"/>
        <a:ext cx="3567191" cy="416731"/>
      </dsp:txXfrm>
    </dsp:sp>
    <dsp:sp modelId="{7E8137E9-48E1-437B-AF4C-6C70B39A6F7B}">
      <dsp:nvSpPr>
        <dsp:cNvPr id="0" name=""/>
        <dsp:cNvSpPr/>
      </dsp:nvSpPr>
      <dsp:spPr>
        <a:xfrm>
          <a:off x="3040" y="2145903"/>
          <a:ext cx="3038554" cy="1389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FAEE4-CB1F-4F89-8577-8D3D433C4DC8}">
      <dsp:nvSpPr>
        <dsp:cNvPr id="0" name=""/>
        <dsp:cNvSpPr/>
      </dsp:nvSpPr>
      <dsp:spPr>
        <a:xfrm>
          <a:off x="340657" y="2466639"/>
          <a:ext cx="3038554" cy="13890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u="none" kern="1200" dirty="0">
              <a:solidFill>
                <a:schemeClr val="tx1"/>
              </a:solidFill>
            </a:rPr>
            <a:t>с</a:t>
          </a:r>
          <a:r>
            <a:rPr lang="ru-RU" sz="1600" u="none" kern="1200" dirty="0">
              <a:solidFill>
                <a:srgbClr val="FF0000"/>
              </a:solidFill>
            </a:rPr>
            <a:t> </a:t>
          </a:r>
          <a:r>
            <a:rPr lang="ru-RU" sz="2000" u="sng" kern="1200" dirty="0">
              <a:solidFill>
                <a:srgbClr val="FF0000"/>
              </a:solidFill>
            </a:rPr>
            <a:t>относительными </a:t>
          </a:r>
          <a:r>
            <a:rPr lang="ru-RU" sz="1600" u="sng" kern="1200" dirty="0">
              <a:solidFill>
                <a:srgbClr val="FF0000"/>
              </a:solidFill>
            </a:rPr>
            <a:t> </a:t>
          </a:r>
          <a:r>
            <a:rPr lang="ru-RU" sz="1600" kern="1200" dirty="0"/>
            <a:t>приоритетами – приоритет учитывается только при выборе потока на выполнение из очереди готовых потоков</a:t>
          </a:r>
        </a:p>
      </dsp:txBody>
      <dsp:txXfrm>
        <a:off x="381341" y="2507323"/>
        <a:ext cx="2957186" cy="1307685"/>
      </dsp:txXfrm>
    </dsp:sp>
    <dsp:sp modelId="{00277A23-2DE5-48E5-8D1B-AA59AE51C964}">
      <dsp:nvSpPr>
        <dsp:cNvPr id="0" name=""/>
        <dsp:cNvSpPr/>
      </dsp:nvSpPr>
      <dsp:spPr>
        <a:xfrm>
          <a:off x="3716829" y="2145903"/>
          <a:ext cx="3441862" cy="15144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634AB-B84D-442E-83AF-60D2BF732483}">
      <dsp:nvSpPr>
        <dsp:cNvPr id="0" name=""/>
        <dsp:cNvSpPr/>
      </dsp:nvSpPr>
      <dsp:spPr>
        <a:xfrm>
          <a:off x="4054447" y="2466639"/>
          <a:ext cx="3441862" cy="15144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с</a:t>
          </a:r>
          <a:r>
            <a:rPr lang="ru-RU" sz="2000" kern="1200" dirty="0">
              <a:solidFill>
                <a:srgbClr val="FF0000"/>
              </a:solidFill>
            </a:rPr>
            <a:t> </a:t>
          </a:r>
          <a:r>
            <a:rPr lang="ru-RU" sz="2000" u="sng" kern="1200" dirty="0">
              <a:solidFill>
                <a:srgbClr val="FF0000"/>
              </a:solidFill>
            </a:rPr>
            <a:t>абсолютными</a:t>
          </a:r>
          <a:r>
            <a:rPr lang="ru-RU" sz="2000" kern="1200" dirty="0">
              <a:solidFill>
                <a:srgbClr val="FF0000"/>
              </a:solidFill>
            </a:rPr>
            <a:t> </a:t>
          </a:r>
          <a:r>
            <a:rPr lang="ru-RU" sz="1500" kern="1200" dirty="0"/>
            <a:t>приоритетами выполнение активного потока прерывается, когда в очереди готовых к выполнению потоков появляется поток, приоритет которого выше, чем приоритет активного потока. </a:t>
          </a:r>
        </a:p>
      </dsp:txBody>
      <dsp:txXfrm>
        <a:off x="4098803" y="2510995"/>
        <a:ext cx="3353150" cy="142571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5C1BB-832B-A349-B635-18BE56CBD6E2}">
      <dsp:nvSpPr>
        <dsp:cNvPr id="0" name=""/>
        <dsp:cNvSpPr/>
      </dsp:nvSpPr>
      <dsp:spPr>
        <a:xfrm>
          <a:off x="288032" y="566"/>
          <a:ext cx="8136903" cy="18710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Квантование +приоритеты</a:t>
          </a:r>
        </a:p>
      </dsp:txBody>
      <dsp:txXfrm>
        <a:off x="288032" y="566"/>
        <a:ext cx="8136903" cy="187107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73D70-0177-534D-A47A-D2B141544BF2}">
      <dsp:nvSpPr>
        <dsp:cNvPr id="0" name=""/>
        <dsp:cNvSpPr/>
      </dsp:nvSpPr>
      <dsp:spPr>
        <a:xfrm>
          <a:off x="163432" y="466"/>
          <a:ext cx="7735743" cy="922396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Суть алгоритма: первой на выполнение запускается самая короткая задача из пакета.</a:t>
          </a:r>
        </a:p>
      </dsp:txBody>
      <dsp:txXfrm>
        <a:off x="163432" y="466"/>
        <a:ext cx="7735743" cy="92239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EB05B-56D9-D149-A050-830915953F6C}">
      <dsp:nvSpPr>
        <dsp:cNvPr id="0" name=""/>
        <dsp:cNvSpPr/>
      </dsp:nvSpPr>
      <dsp:spPr>
        <a:xfrm>
          <a:off x="1507649" y="1404156"/>
          <a:ext cx="350028" cy="633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5014" y="0"/>
              </a:lnTo>
              <a:lnTo>
                <a:pt x="175014" y="633310"/>
              </a:lnTo>
              <a:lnTo>
                <a:pt x="350028" y="633310"/>
              </a:lnTo>
            </a:path>
          </a:pathLst>
        </a:custGeom>
        <a:noFill/>
        <a:ln w="9525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1664573" y="1702721"/>
        <a:ext cx="36180" cy="36180"/>
      </dsp:txXfrm>
    </dsp:sp>
    <dsp:sp modelId="{154EFB61-9503-964F-9AEC-D29DC5C44983}">
      <dsp:nvSpPr>
        <dsp:cNvPr id="0" name=""/>
        <dsp:cNvSpPr/>
      </dsp:nvSpPr>
      <dsp:spPr>
        <a:xfrm>
          <a:off x="1507649" y="1070668"/>
          <a:ext cx="350028" cy="333487"/>
        </a:xfrm>
        <a:custGeom>
          <a:avLst/>
          <a:gdLst/>
          <a:ahLst/>
          <a:cxnLst/>
          <a:rect l="0" t="0" r="0" b="0"/>
          <a:pathLst>
            <a:path>
              <a:moveTo>
                <a:pt x="0" y="333487"/>
              </a:moveTo>
              <a:lnTo>
                <a:pt x="175014" y="333487"/>
              </a:lnTo>
              <a:lnTo>
                <a:pt x="175014" y="0"/>
              </a:lnTo>
              <a:lnTo>
                <a:pt x="350028" y="0"/>
              </a:lnTo>
            </a:path>
          </a:pathLst>
        </a:custGeom>
        <a:noFill/>
        <a:ln w="9525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1670577" y="1225325"/>
        <a:ext cx="24172" cy="24172"/>
      </dsp:txXfrm>
    </dsp:sp>
    <dsp:sp modelId="{FE5F9C4D-199A-0243-995C-9FC62B5F5D01}">
      <dsp:nvSpPr>
        <dsp:cNvPr id="0" name=""/>
        <dsp:cNvSpPr/>
      </dsp:nvSpPr>
      <dsp:spPr>
        <a:xfrm rot="16200000">
          <a:off x="-163295" y="1137366"/>
          <a:ext cx="2808312" cy="533579"/>
        </a:xfrm>
        <a:prstGeom prst="rect">
          <a:avLst/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Достоинства:</a:t>
          </a:r>
        </a:p>
      </dsp:txBody>
      <dsp:txXfrm>
        <a:off x="-163295" y="1137366"/>
        <a:ext cx="2808312" cy="533579"/>
      </dsp:txXfrm>
    </dsp:sp>
    <dsp:sp modelId="{232E4F74-D711-C14B-AEDA-FF4D67369B9E}">
      <dsp:nvSpPr>
        <dsp:cNvPr id="0" name=""/>
        <dsp:cNvSpPr/>
      </dsp:nvSpPr>
      <dsp:spPr>
        <a:xfrm>
          <a:off x="1857677" y="504055"/>
          <a:ext cx="5052619" cy="1133226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  уменьшение оборотного времени</a:t>
          </a:r>
        </a:p>
      </dsp:txBody>
      <dsp:txXfrm>
        <a:off x="1857677" y="504055"/>
        <a:ext cx="5052619" cy="1133226"/>
      </dsp:txXfrm>
    </dsp:sp>
    <dsp:sp modelId="{07A37E7E-3AD5-C542-8474-F91B5D655944}">
      <dsp:nvSpPr>
        <dsp:cNvPr id="0" name=""/>
        <dsp:cNvSpPr/>
      </dsp:nvSpPr>
      <dsp:spPr>
        <a:xfrm>
          <a:off x="1857677" y="1770676"/>
          <a:ext cx="5052619" cy="533579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справедливость</a:t>
          </a:r>
        </a:p>
      </dsp:txBody>
      <dsp:txXfrm>
        <a:off x="1857677" y="1770676"/>
        <a:ext cx="5052619" cy="53357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4A295-8D4E-F64B-93F6-F55068C49F9E}">
      <dsp:nvSpPr>
        <dsp:cNvPr id="0" name=""/>
        <dsp:cNvSpPr/>
      </dsp:nvSpPr>
      <dsp:spPr>
        <a:xfrm>
          <a:off x="698138" y="1623954"/>
          <a:ext cx="404029" cy="739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2014" y="0"/>
              </a:lnTo>
              <a:lnTo>
                <a:pt x="202014" y="739940"/>
              </a:lnTo>
              <a:lnTo>
                <a:pt x="404029" y="73994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879076" y="1972848"/>
        <a:ext cx="42153" cy="42153"/>
      </dsp:txXfrm>
    </dsp:sp>
    <dsp:sp modelId="{184DC223-09E1-8E48-9D35-A56557B659FF}">
      <dsp:nvSpPr>
        <dsp:cNvPr id="0" name=""/>
        <dsp:cNvSpPr/>
      </dsp:nvSpPr>
      <dsp:spPr>
        <a:xfrm>
          <a:off x="698138" y="814516"/>
          <a:ext cx="404029" cy="809438"/>
        </a:xfrm>
        <a:custGeom>
          <a:avLst/>
          <a:gdLst/>
          <a:ahLst/>
          <a:cxnLst/>
          <a:rect l="0" t="0" r="0" b="0"/>
          <a:pathLst>
            <a:path>
              <a:moveTo>
                <a:pt x="0" y="809438"/>
              </a:moveTo>
              <a:lnTo>
                <a:pt x="202014" y="809438"/>
              </a:lnTo>
              <a:lnTo>
                <a:pt x="202014" y="0"/>
              </a:lnTo>
              <a:lnTo>
                <a:pt x="404029" y="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877536" y="1196619"/>
        <a:ext cx="45233" cy="45233"/>
      </dsp:txXfrm>
    </dsp:sp>
    <dsp:sp modelId="{9CE330B2-F334-2A49-BB1F-E81125A72070}">
      <dsp:nvSpPr>
        <dsp:cNvPr id="0" name=""/>
        <dsp:cNvSpPr/>
      </dsp:nvSpPr>
      <dsp:spPr>
        <a:xfrm rot="16200000">
          <a:off x="-1230595" y="1316005"/>
          <a:ext cx="3241569" cy="61589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Недостатки:</a:t>
          </a:r>
        </a:p>
      </dsp:txBody>
      <dsp:txXfrm>
        <a:off x="-1230595" y="1316005"/>
        <a:ext cx="3241569" cy="615898"/>
      </dsp:txXfrm>
    </dsp:sp>
    <dsp:sp modelId="{4E32EA66-823D-3643-A570-162C0CC0E73D}">
      <dsp:nvSpPr>
        <dsp:cNvPr id="0" name=""/>
        <dsp:cNvSpPr/>
      </dsp:nvSpPr>
      <dsp:spPr>
        <a:xfrm>
          <a:off x="1102167" y="151564"/>
          <a:ext cx="4990023" cy="132590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требуется превентивная информация о времени выполнения задач</a:t>
          </a:r>
        </a:p>
      </dsp:txBody>
      <dsp:txXfrm>
        <a:off x="1102167" y="151564"/>
        <a:ext cx="4990023" cy="1325905"/>
      </dsp:txXfrm>
    </dsp:sp>
    <dsp:sp modelId="{E1DE80C2-430B-9F46-8018-B66203305684}">
      <dsp:nvSpPr>
        <dsp:cNvPr id="0" name=""/>
        <dsp:cNvSpPr/>
      </dsp:nvSpPr>
      <dsp:spPr>
        <a:xfrm>
          <a:off x="1102167" y="1631444"/>
          <a:ext cx="4990023" cy="14649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длинный процесс, занявший процессор, не пустит более новые краткие процессы, которые пришли позже.</a:t>
          </a:r>
        </a:p>
      </dsp:txBody>
      <dsp:txXfrm>
        <a:off x="1102167" y="1631444"/>
        <a:ext cx="4990023" cy="146490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B8CB4-91E3-6441-89EB-D4DE0CB73318}">
      <dsp:nvSpPr>
        <dsp:cNvPr id="0" name=""/>
        <dsp:cNvSpPr/>
      </dsp:nvSpPr>
      <dsp:spPr>
        <a:xfrm>
          <a:off x="0" y="142"/>
          <a:ext cx="6264694" cy="6460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Критерий эффективности – удобство работы пользователя.</a:t>
          </a:r>
        </a:p>
      </dsp:txBody>
      <dsp:txXfrm>
        <a:off x="0" y="142"/>
        <a:ext cx="6264694" cy="64604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5C4D2-545D-8147-A62A-1908BAA4191A}">
      <dsp:nvSpPr>
        <dsp:cNvPr id="0" name=""/>
        <dsp:cNvSpPr/>
      </dsp:nvSpPr>
      <dsp:spPr>
        <a:xfrm>
          <a:off x="0" y="0"/>
          <a:ext cx="7908436" cy="14735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Если в процессе работы в системе зарегистрировано </a:t>
          </a:r>
          <a:r>
            <a:rPr lang="ru-RU" sz="1900" kern="1200" dirty="0" err="1"/>
            <a:t>n</a:t>
          </a:r>
          <a:r>
            <a:rPr lang="ru-RU" sz="1900" kern="1200" dirty="0"/>
            <a:t> пользователей, то вы получите 1/</a:t>
          </a:r>
          <a:r>
            <a:rPr lang="en-US" sz="1900" kern="1200" dirty="0"/>
            <a:t>n </a:t>
          </a:r>
          <a:r>
            <a:rPr lang="ru-RU" sz="1900" kern="1200" dirty="0"/>
            <a:t> от мощности центрального процессора. Аналогично этому, в однопользовательской системе, имеющей </a:t>
          </a:r>
          <a:r>
            <a:rPr lang="en-US" sz="1900" kern="1200" dirty="0"/>
            <a:t>n</a:t>
          </a:r>
          <a:r>
            <a:rPr lang="ru-RU" sz="1900" kern="1200" dirty="0"/>
            <a:t> работающих процессов,</a:t>
          </a:r>
          <a:r>
            <a:rPr lang="en-US" sz="1900" kern="1200" dirty="0"/>
            <a:t> </a:t>
          </a:r>
          <a:r>
            <a:rPr lang="ru-RU" sz="1900" kern="1200" dirty="0"/>
            <a:t>при прочих равных условиях каждый из них получит 1/п от общего числа процессорных циклов. </a:t>
          </a:r>
        </a:p>
      </dsp:txBody>
      <dsp:txXfrm>
        <a:off x="0" y="0"/>
        <a:ext cx="7908436" cy="147356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F05B9-73D6-4EC9-80C8-8FC01E11E12D}">
      <dsp:nvSpPr>
        <dsp:cNvPr id="0" name=""/>
        <dsp:cNvSpPr/>
      </dsp:nvSpPr>
      <dsp:spPr>
        <a:xfrm>
          <a:off x="3518754" y="1190266"/>
          <a:ext cx="2016043" cy="9766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8956"/>
              </a:lnTo>
              <a:lnTo>
                <a:pt x="2016043" y="678956"/>
              </a:lnTo>
              <a:lnTo>
                <a:pt x="2016043" y="9766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365DE-C72A-4DCA-AE85-9E8BB5671DDC}">
      <dsp:nvSpPr>
        <dsp:cNvPr id="0" name=""/>
        <dsp:cNvSpPr/>
      </dsp:nvSpPr>
      <dsp:spPr>
        <a:xfrm>
          <a:off x="1607526" y="1190266"/>
          <a:ext cx="1911228" cy="976625"/>
        </a:xfrm>
        <a:custGeom>
          <a:avLst/>
          <a:gdLst/>
          <a:ahLst/>
          <a:cxnLst/>
          <a:rect l="0" t="0" r="0" b="0"/>
          <a:pathLst>
            <a:path>
              <a:moveTo>
                <a:pt x="1911228" y="0"/>
              </a:moveTo>
              <a:lnTo>
                <a:pt x="1911228" y="678956"/>
              </a:lnTo>
              <a:lnTo>
                <a:pt x="0" y="678956"/>
              </a:lnTo>
              <a:lnTo>
                <a:pt x="0" y="9766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50C1A0-18E6-4667-9BC0-F12572CA2282}">
      <dsp:nvSpPr>
        <dsp:cNvPr id="0" name=""/>
        <dsp:cNvSpPr/>
      </dsp:nvSpPr>
      <dsp:spPr>
        <a:xfrm>
          <a:off x="697786" y="380902"/>
          <a:ext cx="5641936" cy="8093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C0E52-A46E-49D8-8C80-788DA986F0A1}">
      <dsp:nvSpPr>
        <dsp:cNvPr id="0" name=""/>
        <dsp:cNvSpPr/>
      </dsp:nvSpPr>
      <dsp:spPr>
        <a:xfrm>
          <a:off x="1054811" y="720076"/>
          <a:ext cx="5641936" cy="809363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400" kern="1200" dirty="0">
              <a:solidFill>
                <a:srgbClr val="800000"/>
              </a:solidFill>
            </a:rPr>
            <a:t>Системы реального времени </a:t>
          </a:r>
          <a:endParaRPr lang="ru-RU" sz="2400" u="none" kern="1200" baseline="0" dirty="0">
            <a:solidFill>
              <a:srgbClr val="800000"/>
            </a:solidFill>
          </a:endParaRPr>
        </a:p>
      </dsp:txBody>
      <dsp:txXfrm>
        <a:off x="1078516" y="743781"/>
        <a:ext cx="5594526" cy="761953"/>
      </dsp:txXfrm>
    </dsp:sp>
    <dsp:sp modelId="{B24911D9-CCD4-4E7D-99A5-6BC048E17791}">
      <dsp:nvSpPr>
        <dsp:cNvPr id="0" name=""/>
        <dsp:cNvSpPr/>
      </dsp:nvSpPr>
      <dsp:spPr>
        <a:xfrm>
          <a:off x="915" y="2166892"/>
          <a:ext cx="3213222" cy="12857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DEAD3-6487-417E-8E77-1F95B3768ADF}">
      <dsp:nvSpPr>
        <dsp:cNvPr id="0" name=""/>
        <dsp:cNvSpPr/>
      </dsp:nvSpPr>
      <dsp:spPr>
        <a:xfrm>
          <a:off x="357940" y="2506066"/>
          <a:ext cx="3213222" cy="12857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FF0000"/>
              </a:solidFill>
            </a:rPr>
            <a:t>жесткие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  несоблюдение временных ограничений приводит к катастрофическим последствиям</a:t>
          </a:r>
        </a:p>
      </dsp:txBody>
      <dsp:txXfrm>
        <a:off x="395598" y="2543724"/>
        <a:ext cx="3137906" cy="1210419"/>
      </dsp:txXfrm>
    </dsp:sp>
    <dsp:sp modelId="{438874C7-2CF1-4094-A38F-5DC580AB4861}">
      <dsp:nvSpPr>
        <dsp:cNvPr id="0" name=""/>
        <dsp:cNvSpPr/>
      </dsp:nvSpPr>
      <dsp:spPr>
        <a:xfrm>
          <a:off x="3928187" y="2166892"/>
          <a:ext cx="3213222" cy="12857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8F9AD-53D5-482A-8882-572F7685DBF1}">
      <dsp:nvSpPr>
        <dsp:cNvPr id="0" name=""/>
        <dsp:cNvSpPr/>
      </dsp:nvSpPr>
      <dsp:spPr>
        <a:xfrm>
          <a:off x="4285212" y="2506066"/>
          <a:ext cx="3213222" cy="12857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FF0000"/>
              </a:solidFill>
            </a:rPr>
            <a:t>гибкие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нарушения временного графика нежелательны, но допустимы</a:t>
          </a:r>
        </a:p>
      </dsp:txBody>
      <dsp:txXfrm>
        <a:off x="4322870" y="2543724"/>
        <a:ext cx="3137906" cy="121041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F05B9-73D6-4EC9-80C8-8FC01E11E12D}">
      <dsp:nvSpPr>
        <dsp:cNvPr id="0" name=""/>
        <dsp:cNvSpPr/>
      </dsp:nvSpPr>
      <dsp:spPr>
        <a:xfrm>
          <a:off x="3952068" y="869685"/>
          <a:ext cx="2266307" cy="7571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1469"/>
              </a:lnTo>
              <a:lnTo>
                <a:pt x="2266307" y="521469"/>
              </a:lnTo>
              <a:lnTo>
                <a:pt x="2266307" y="7571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365DE-C72A-4DCA-AE85-9E8BB5671DDC}">
      <dsp:nvSpPr>
        <dsp:cNvPr id="0" name=""/>
        <dsp:cNvSpPr/>
      </dsp:nvSpPr>
      <dsp:spPr>
        <a:xfrm>
          <a:off x="2014221" y="869685"/>
          <a:ext cx="1937847" cy="757191"/>
        </a:xfrm>
        <a:custGeom>
          <a:avLst/>
          <a:gdLst/>
          <a:ahLst/>
          <a:cxnLst/>
          <a:rect l="0" t="0" r="0" b="0"/>
          <a:pathLst>
            <a:path>
              <a:moveTo>
                <a:pt x="1937847" y="0"/>
              </a:moveTo>
              <a:lnTo>
                <a:pt x="1937847" y="521469"/>
              </a:lnTo>
              <a:lnTo>
                <a:pt x="0" y="521469"/>
              </a:lnTo>
              <a:lnTo>
                <a:pt x="0" y="7571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50C1A0-18E6-4667-9BC0-F12572CA2282}">
      <dsp:nvSpPr>
        <dsp:cNvPr id="0" name=""/>
        <dsp:cNvSpPr/>
      </dsp:nvSpPr>
      <dsp:spPr>
        <a:xfrm>
          <a:off x="2048142" y="161153"/>
          <a:ext cx="3807853" cy="7085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C0E52-A46E-49D8-8C80-788DA986F0A1}">
      <dsp:nvSpPr>
        <dsp:cNvPr id="0" name=""/>
        <dsp:cNvSpPr/>
      </dsp:nvSpPr>
      <dsp:spPr>
        <a:xfrm>
          <a:off x="2330867" y="429742"/>
          <a:ext cx="3807853" cy="708532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400" kern="1200" dirty="0"/>
            <a:t>Внешние события</a:t>
          </a:r>
          <a:endParaRPr lang="ru-RU" sz="2400" u="none" kern="1200" baseline="0" dirty="0"/>
        </a:p>
      </dsp:txBody>
      <dsp:txXfrm>
        <a:off x="2351619" y="450494"/>
        <a:ext cx="3766349" cy="667028"/>
      </dsp:txXfrm>
    </dsp:sp>
    <dsp:sp modelId="{B24911D9-CCD4-4E7D-99A5-6BC048E17791}">
      <dsp:nvSpPr>
        <dsp:cNvPr id="0" name=""/>
        <dsp:cNvSpPr/>
      </dsp:nvSpPr>
      <dsp:spPr>
        <a:xfrm>
          <a:off x="3360" y="1626877"/>
          <a:ext cx="4021720" cy="1615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DEAD3-6487-417E-8E77-1F95B3768ADF}">
      <dsp:nvSpPr>
        <dsp:cNvPr id="0" name=""/>
        <dsp:cNvSpPr/>
      </dsp:nvSpPr>
      <dsp:spPr>
        <a:xfrm>
          <a:off x="286085" y="1895465"/>
          <a:ext cx="4021720" cy="16157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FF0000"/>
              </a:solidFill>
            </a:rPr>
            <a:t>периодические</a:t>
          </a:r>
          <a:r>
            <a:rPr lang="ru-RU" sz="1900" kern="1200" dirty="0"/>
            <a:t> – начиная с момента первоначального запроса все будущие моменты возникновения задачи можно определить заранее</a:t>
          </a:r>
        </a:p>
      </dsp:txBody>
      <dsp:txXfrm>
        <a:off x="333409" y="1942789"/>
        <a:ext cx="3927072" cy="1521124"/>
      </dsp:txXfrm>
    </dsp:sp>
    <dsp:sp modelId="{438874C7-2CF1-4094-A38F-5DC580AB4861}">
      <dsp:nvSpPr>
        <dsp:cNvPr id="0" name=""/>
        <dsp:cNvSpPr/>
      </dsp:nvSpPr>
      <dsp:spPr>
        <a:xfrm>
          <a:off x="4590530" y="1626877"/>
          <a:ext cx="3255691" cy="13942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8F9AD-53D5-482A-8882-572F7685DBF1}">
      <dsp:nvSpPr>
        <dsp:cNvPr id="0" name=""/>
        <dsp:cNvSpPr/>
      </dsp:nvSpPr>
      <dsp:spPr>
        <a:xfrm>
          <a:off x="4873255" y="1895465"/>
          <a:ext cx="3255691" cy="1394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спорадические</a:t>
          </a:r>
          <a:r>
            <a:rPr lang="ru-RU" sz="2000" kern="1200" dirty="0"/>
            <a:t>  - моменты возникновения запросов заранее  неизвестны </a:t>
          </a:r>
        </a:p>
      </dsp:txBody>
      <dsp:txXfrm>
        <a:off x="4914092" y="1936302"/>
        <a:ext cx="3174017" cy="131260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F05B9-73D6-4EC9-80C8-8FC01E11E12D}">
      <dsp:nvSpPr>
        <dsp:cNvPr id="0" name=""/>
        <dsp:cNvSpPr/>
      </dsp:nvSpPr>
      <dsp:spPr>
        <a:xfrm>
          <a:off x="3922093" y="1364852"/>
          <a:ext cx="2347670" cy="838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7017"/>
              </a:lnTo>
              <a:lnTo>
                <a:pt x="2347670" y="597017"/>
              </a:lnTo>
              <a:lnTo>
                <a:pt x="2347670" y="8383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365DE-C72A-4DCA-AE85-9E8BB5671DDC}">
      <dsp:nvSpPr>
        <dsp:cNvPr id="0" name=""/>
        <dsp:cNvSpPr/>
      </dsp:nvSpPr>
      <dsp:spPr>
        <a:xfrm>
          <a:off x="2059682" y="1364852"/>
          <a:ext cx="1862411" cy="838367"/>
        </a:xfrm>
        <a:custGeom>
          <a:avLst/>
          <a:gdLst/>
          <a:ahLst/>
          <a:cxnLst/>
          <a:rect l="0" t="0" r="0" b="0"/>
          <a:pathLst>
            <a:path>
              <a:moveTo>
                <a:pt x="1862411" y="0"/>
              </a:moveTo>
              <a:lnTo>
                <a:pt x="1862411" y="597017"/>
              </a:lnTo>
              <a:lnTo>
                <a:pt x="0" y="597017"/>
              </a:lnTo>
              <a:lnTo>
                <a:pt x="0" y="8383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50C1A0-18E6-4667-9BC0-F12572CA2282}">
      <dsp:nvSpPr>
        <dsp:cNvPr id="0" name=""/>
        <dsp:cNvSpPr/>
      </dsp:nvSpPr>
      <dsp:spPr>
        <a:xfrm>
          <a:off x="1972708" y="639403"/>
          <a:ext cx="3898770" cy="725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C0E52-A46E-49D8-8C80-788DA986F0A1}">
      <dsp:nvSpPr>
        <dsp:cNvPr id="0" name=""/>
        <dsp:cNvSpPr/>
      </dsp:nvSpPr>
      <dsp:spPr>
        <a:xfrm>
          <a:off x="2262183" y="914404"/>
          <a:ext cx="3898770" cy="725449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ru-RU" sz="2400" u="none" kern="1200" baseline="0" dirty="0"/>
            <a:t>Задачи</a:t>
          </a:r>
        </a:p>
      </dsp:txBody>
      <dsp:txXfrm>
        <a:off x="2283431" y="935652"/>
        <a:ext cx="3856274" cy="682953"/>
      </dsp:txXfrm>
    </dsp:sp>
    <dsp:sp modelId="{B24911D9-CCD4-4E7D-99A5-6BC048E17791}">
      <dsp:nvSpPr>
        <dsp:cNvPr id="0" name=""/>
        <dsp:cNvSpPr/>
      </dsp:nvSpPr>
      <dsp:spPr>
        <a:xfrm>
          <a:off x="810" y="2203220"/>
          <a:ext cx="4117744" cy="491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DEAD3-6487-417E-8E77-1F95B3768ADF}">
      <dsp:nvSpPr>
        <dsp:cNvPr id="0" name=""/>
        <dsp:cNvSpPr/>
      </dsp:nvSpPr>
      <dsp:spPr>
        <a:xfrm>
          <a:off x="290285" y="2478221"/>
          <a:ext cx="4117744" cy="4912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FF0000"/>
              </a:solidFill>
            </a:rPr>
            <a:t>независимые</a:t>
          </a:r>
        </a:p>
      </dsp:txBody>
      <dsp:txXfrm>
        <a:off x="304673" y="2492609"/>
        <a:ext cx="4088968" cy="462483"/>
      </dsp:txXfrm>
    </dsp:sp>
    <dsp:sp modelId="{438874C7-2CF1-4094-A38F-5DC580AB4861}">
      <dsp:nvSpPr>
        <dsp:cNvPr id="0" name=""/>
        <dsp:cNvSpPr/>
      </dsp:nvSpPr>
      <dsp:spPr>
        <a:xfrm>
          <a:off x="4697505" y="2203220"/>
          <a:ext cx="3144517" cy="4912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8F9AD-53D5-482A-8882-572F7685DBF1}">
      <dsp:nvSpPr>
        <dsp:cNvPr id="0" name=""/>
        <dsp:cNvSpPr/>
      </dsp:nvSpPr>
      <dsp:spPr>
        <a:xfrm>
          <a:off x="4986980" y="2478221"/>
          <a:ext cx="3144517" cy="4912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FF0000"/>
              </a:solidFill>
            </a:rPr>
            <a:t>взаимосвязанные</a:t>
          </a:r>
        </a:p>
      </dsp:txBody>
      <dsp:txXfrm>
        <a:off x="5001368" y="2492609"/>
        <a:ext cx="3115741" cy="46248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56F6C-26F7-C94B-AED3-F8B2BAB6F5C6}">
      <dsp:nvSpPr>
        <dsp:cNvPr id="0" name=""/>
        <dsp:cNvSpPr/>
      </dsp:nvSpPr>
      <dsp:spPr>
        <a:xfrm>
          <a:off x="0" y="0"/>
          <a:ext cx="8229600" cy="45259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Потребность в синхронизации потоков возникает только в мультипрограммной операционной системе и связана с совместным использованием аппаратных и информационных ресурсов вычислительной системы</a:t>
          </a:r>
        </a:p>
      </dsp:txBody>
      <dsp:txXfrm>
        <a:off x="132561" y="132561"/>
        <a:ext cx="7964478" cy="426084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E579A-9538-F04B-9CFA-95626579E5B3}">
      <dsp:nvSpPr>
        <dsp:cNvPr id="0" name=""/>
        <dsp:cNvSpPr/>
      </dsp:nvSpPr>
      <dsp:spPr>
        <a:xfrm>
          <a:off x="0" y="0"/>
          <a:ext cx="8964488" cy="9018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solidFill>
                <a:schemeClr val="accent2"/>
              </a:solidFill>
            </a:rPr>
            <a:t>Состязания  (гонки)</a:t>
          </a:r>
          <a:r>
            <a:rPr lang="ru-RU" sz="1800" kern="1200" dirty="0"/>
            <a:t>– ситуация, когда два или более потока обрабатывают разделяемые данные и конечный результат зависит от соотношения скоростей потоков</a:t>
          </a:r>
          <a:r>
            <a:rPr lang="ru-RU" sz="2000" kern="1200" dirty="0"/>
            <a:t>.</a:t>
          </a:r>
        </a:p>
      </dsp:txBody>
      <dsp:txXfrm>
        <a:off x="26414" y="26414"/>
        <a:ext cx="8911660" cy="84901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EDD2A-C6A8-DC4D-89B8-6EA92C6AC340}">
      <dsp:nvSpPr>
        <dsp:cNvPr id="0" name=""/>
        <dsp:cNvSpPr/>
      </dsp:nvSpPr>
      <dsp:spPr>
        <a:xfrm>
          <a:off x="237165" y="1118"/>
          <a:ext cx="7921112" cy="9222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Необходимо разработать модель поведения, при котором ни один из философов не будет голодать, то есть будет вечно чередовать приём пищи и размышления.</a:t>
          </a:r>
        </a:p>
      </dsp:txBody>
      <dsp:txXfrm>
        <a:off x="237165" y="1118"/>
        <a:ext cx="7921112" cy="92221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738F3-0F37-4F46-8FDB-BE2AF104B593}">
      <dsp:nvSpPr>
        <dsp:cNvPr id="0" name=""/>
        <dsp:cNvSpPr/>
      </dsp:nvSpPr>
      <dsp:spPr>
        <a:xfrm rot="5400000">
          <a:off x="-189020" y="192709"/>
          <a:ext cx="1260139" cy="882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1</a:t>
          </a:r>
        </a:p>
      </dsp:txBody>
      <dsp:txXfrm rot="-5400000">
        <a:off x="2" y="444737"/>
        <a:ext cx="882097" cy="378042"/>
      </dsp:txXfrm>
    </dsp:sp>
    <dsp:sp modelId="{C8A04654-F84F-D846-BFE8-907AD3A88666}">
      <dsp:nvSpPr>
        <dsp:cNvPr id="0" name=""/>
        <dsp:cNvSpPr/>
      </dsp:nvSpPr>
      <dsp:spPr>
        <a:xfrm rot="5400000">
          <a:off x="3781178" y="-2895391"/>
          <a:ext cx="819090" cy="66172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900" kern="1200" dirty="0"/>
            <a:t>Пренебрежением проблемой в целом (страусовый алгоритм)</a:t>
          </a:r>
        </a:p>
      </dsp:txBody>
      <dsp:txXfrm rot="-5400000">
        <a:off x="882098" y="43674"/>
        <a:ext cx="6577267" cy="739120"/>
      </dsp:txXfrm>
    </dsp:sp>
    <dsp:sp modelId="{489322AD-ACEF-4E42-9067-E653484176FB}">
      <dsp:nvSpPr>
        <dsp:cNvPr id="0" name=""/>
        <dsp:cNvSpPr/>
      </dsp:nvSpPr>
      <dsp:spPr>
        <a:xfrm rot="5400000">
          <a:off x="-189020" y="1306374"/>
          <a:ext cx="1260139" cy="882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2</a:t>
          </a:r>
        </a:p>
      </dsp:txBody>
      <dsp:txXfrm rot="-5400000">
        <a:off x="2" y="1558402"/>
        <a:ext cx="882097" cy="378042"/>
      </dsp:txXfrm>
    </dsp:sp>
    <dsp:sp modelId="{F5089A58-DA7F-7946-BE3B-B73016F9E6A7}">
      <dsp:nvSpPr>
        <dsp:cNvPr id="0" name=""/>
        <dsp:cNvSpPr/>
      </dsp:nvSpPr>
      <dsp:spPr>
        <a:xfrm rot="5400000">
          <a:off x="3781178" y="-1781726"/>
          <a:ext cx="819090" cy="66172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900" kern="1200" dirty="0"/>
            <a:t>Обнаружение и восстановление</a:t>
          </a:r>
        </a:p>
      </dsp:txBody>
      <dsp:txXfrm rot="-5400000">
        <a:off x="882098" y="1157339"/>
        <a:ext cx="6577267" cy="739120"/>
      </dsp:txXfrm>
    </dsp:sp>
    <dsp:sp modelId="{8DE55CE5-9D3E-EC43-89D5-587D2E534384}">
      <dsp:nvSpPr>
        <dsp:cNvPr id="0" name=""/>
        <dsp:cNvSpPr/>
      </dsp:nvSpPr>
      <dsp:spPr>
        <a:xfrm rot="5400000">
          <a:off x="-189020" y="2420039"/>
          <a:ext cx="1260139" cy="882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3</a:t>
          </a:r>
        </a:p>
      </dsp:txBody>
      <dsp:txXfrm rot="-5400000">
        <a:off x="2" y="2672067"/>
        <a:ext cx="882097" cy="378042"/>
      </dsp:txXfrm>
    </dsp:sp>
    <dsp:sp modelId="{5CED78B6-206B-2A4D-BF14-8C40B42AC062}">
      <dsp:nvSpPr>
        <dsp:cNvPr id="0" name=""/>
        <dsp:cNvSpPr/>
      </dsp:nvSpPr>
      <dsp:spPr>
        <a:xfrm rot="5400000">
          <a:off x="3781178" y="-668061"/>
          <a:ext cx="819090" cy="66172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900" kern="1200" dirty="0"/>
            <a:t>Динамическое избежание тупиков</a:t>
          </a:r>
        </a:p>
      </dsp:txBody>
      <dsp:txXfrm rot="-5400000">
        <a:off x="882098" y="2271004"/>
        <a:ext cx="6577267" cy="739120"/>
      </dsp:txXfrm>
    </dsp:sp>
    <dsp:sp modelId="{7A3DA029-E456-2740-83FA-F3AED6A782B2}">
      <dsp:nvSpPr>
        <dsp:cNvPr id="0" name=""/>
        <dsp:cNvSpPr/>
      </dsp:nvSpPr>
      <dsp:spPr>
        <a:xfrm rot="5400000">
          <a:off x="-189020" y="3533704"/>
          <a:ext cx="1260139" cy="882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4</a:t>
          </a:r>
        </a:p>
      </dsp:txBody>
      <dsp:txXfrm rot="-5400000">
        <a:off x="2" y="3785732"/>
        <a:ext cx="882097" cy="378042"/>
      </dsp:txXfrm>
    </dsp:sp>
    <dsp:sp modelId="{5EEC7A60-3965-F148-9DA7-DF2481FF2748}">
      <dsp:nvSpPr>
        <dsp:cNvPr id="0" name=""/>
        <dsp:cNvSpPr/>
      </dsp:nvSpPr>
      <dsp:spPr>
        <a:xfrm rot="5400000">
          <a:off x="3781178" y="445602"/>
          <a:ext cx="819090" cy="661725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900" kern="1200" dirty="0"/>
            <a:t>Предотвращение с помощью опровержения хотя бы одного условия, необходимого для возникновения тупика </a:t>
          </a:r>
        </a:p>
      </dsp:txBody>
      <dsp:txXfrm rot="-5400000">
        <a:off x="882098" y="3384668"/>
        <a:ext cx="6577267" cy="73912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33212-2768-46C4-A3F3-6B15B5185E70}">
      <dsp:nvSpPr>
        <dsp:cNvPr id="0" name=""/>
        <dsp:cNvSpPr/>
      </dsp:nvSpPr>
      <dsp:spPr>
        <a:xfrm rot="5400000">
          <a:off x="-158489" y="160204"/>
          <a:ext cx="1056598" cy="739618"/>
        </a:xfrm>
        <a:prstGeom prst="chevron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</dsp:txBody>
      <dsp:txXfrm rot="-5400000">
        <a:off x="1" y="371523"/>
        <a:ext cx="739618" cy="316980"/>
      </dsp:txXfrm>
    </dsp:sp>
    <dsp:sp modelId="{DEDBEBBE-0A11-4153-9BBF-E7243D821B15}">
      <dsp:nvSpPr>
        <dsp:cNvPr id="0" name=""/>
        <dsp:cNvSpPr/>
      </dsp:nvSpPr>
      <dsp:spPr>
        <a:xfrm rot="5400000">
          <a:off x="2883934" y="-2142600"/>
          <a:ext cx="686789" cy="4975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Когда запрашивается очередной ресурс</a:t>
          </a:r>
        </a:p>
      </dsp:txBody>
      <dsp:txXfrm rot="-5400000">
        <a:off x="739618" y="35242"/>
        <a:ext cx="4941895" cy="619737"/>
      </dsp:txXfrm>
    </dsp:sp>
    <dsp:sp modelId="{A73F59CE-0A51-411C-9F50-838F14F23444}">
      <dsp:nvSpPr>
        <dsp:cNvPr id="0" name=""/>
        <dsp:cNvSpPr/>
      </dsp:nvSpPr>
      <dsp:spPr>
        <a:xfrm rot="5400000">
          <a:off x="-158489" y="1012000"/>
          <a:ext cx="1056598" cy="739618"/>
        </a:xfrm>
        <a:prstGeom prst="chevron">
          <a:avLst/>
        </a:prstGeom>
        <a:solidFill>
          <a:schemeClr val="accent6">
            <a:shade val="50000"/>
            <a:hueOff val="-307797"/>
            <a:satOff val="20520"/>
            <a:lumOff val="2679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</dsp:txBody>
      <dsp:txXfrm rot="-5400000">
        <a:off x="1" y="1223319"/>
        <a:ext cx="739618" cy="316980"/>
      </dsp:txXfrm>
    </dsp:sp>
    <dsp:sp modelId="{336EBC67-1D1A-47A3-91D3-DFEEF76810C2}">
      <dsp:nvSpPr>
        <dsp:cNvPr id="0" name=""/>
        <dsp:cNvSpPr/>
      </dsp:nvSpPr>
      <dsp:spPr>
        <a:xfrm rot="5400000">
          <a:off x="2883934" y="-1290805"/>
          <a:ext cx="686789" cy="4975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Периодически, через какой-то определенный промежуток времени</a:t>
          </a:r>
        </a:p>
      </dsp:txBody>
      <dsp:txXfrm rot="-5400000">
        <a:off x="739618" y="887037"/>
        <a:ext cx="4941895" cy="619737"/>
      </dsp:txXfrm>
    </dsp:sp>
    <dsp:sp modelId="{DF800A45-A1B1-41FD-BD09-7835F74E53A4}">
      <dsp:nvSpPr>
        <dsp:cNvPr id="0" name=""/>
        <dsp:cNvSpPr/>
      </dsp:nvSpPr>
      <dsp:spPr>
        <a:xfrm rot="5400000">
          <a:off x="-158489" y="1863795"/>
          <a:ext cx="1056598" cy="739618"/>
        </a:xfrm>
        <a:prstGeom prst="chevron">
          <a:avLst/>
        </a:prstGeom>
        <a:solidFill>
          <a:schemeClr val="accent6">
            <a:shade val="50000"/>
            <a:hueOff val="-307797"/>
            <a:satOff val="20520"/>
            <a:lumOff val="2679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</dsp:txBody>
      <dsp:txXfrm rot="-5400000">
        <a:off x="1" y="2075114"/>
        <a:ext cx="739618" cy="316980"/>
      </dsp:txXfrm>
    </dsp:sp>
    <dsp:sp modelId="{76F84B3F-3381-4963-BFED-38E4EE32EACC}">
      <dsp:nvSpPr>
        <dsp:cNvPr id="0" name=""/>
        <dsp:cNvSpPr/>
      </dsp:nvSpPr>
      <dsp:spPr>
        <a:xfrm rot="5400000">
          <a:off x="2883934" y="-439010"/>
          <a:ext cx="686789" cy="49754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50000"/>
              <a:hueOff val="-307797"/>
              <a:satOff val="20520"/>
              <a:lumOff val="26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Когда загрузка процессора слишком мала</a:t>
          </a:r>
        </a:p>
      </dsp:txBody>
      <dsp:txXfrm rot="-5400000">
        <a:off x="739618" y="1738832"/>
        <a:ext cx="4941895" cy="61973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9E3651-E871-475E-8EA4-A6140B73E9E6}">
      <dsp:nvSpPr>
        <dsp:cNvPr id="0" name=""/>
        <dsp:cNvSpPr/>
      </dsp:nvSpPr>
      <dsp:spPr>
        <a:xfrm rot="5400000">
          <a:off x="-245635" y="24608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1</a:t>
          </a:r>
        </a:p>
      </dsp:txBody>
      <dsp:txXfrm rot="-5400000">
        <a:off x="1" y="573596"/>
        <a:ext cx="1146297" cy="491270"/>
      </dsp:txXfrm>
    </dsp:sp>
    <dsp:sp modelId="{B5D2C214-B18A-4AF3-AC17-BD806CE11910}">
      <dsp:nvSpPr>
        <dsp:cNvPr id="0" name=""/>
        <dsp:cNvSpPr/>
      </dsp:nvSpPr>
      <dsp:spPr>
        <a:xfrm rot="5400000">
          <a:off x="4155739" y="-30089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200" kern="1200" dirty="0"/>
            <a:t> Восстановление при помощи принудительной выгрузки ресурса</a:t>
          </a:r>
        </a:p>
      </dsp:txBody>
      <dsp:txXfrm rot="-5400000">
        <a:off x="1146298" y="52408"/>
        <a:ext cx="7031341" cy="960496"/>
      </dsp:txXfrm>
    </dsp:sp>
    <dsp:sp modelId="{F2048D95-5D1F-4B0F-ABF5-1DADCF2C1D1C}">
      <dsp:nvSpPr>
        <dsp:cNvPr id="0" name=""/>
        <dsp:cNvSpPr/>
      </dsp:nvSpPr>
      <dsp:spPr>
        <a:xfrm rot="5400000">
          <a:off x="-245635" y="168983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2</a:t>
          </a:r>
        </a:p>
      </dsp:txBody>
      <dsp:txXfrm rot="-5400000">
        <a:off x="1" y="2017346"/>
        <a:ext cx="1146297" cy="491270"/>
      </dsp:txXfrm>
    </dsp:sp>
    <dsp:sp modelId="{010CCD41-4CB5-4591-BCB4-DF47D4E6756C}">
      <dsp:nvSpPr>
        <dsp:cNvPr id="0" name=""/>
        <dsp:cNvSpPr/>
      </dsp:nvSpPr>
      <dsp:spPr>
        <a:xfrm rot="5400000">
          <a:off x="4155739" y="-156524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200" kern="1200" dirty="0"/>
            <a:t>Восстановление через откат </a:t>
          </a:r>
        </a:p>
      </dsp:txBody>
      <dsp:txXfrm rot="-5400000">
        <a:off x="1146298" y="1496158"/>
        <a:ext cx="7031341" cy="960496"/>
      </dsp:txXfrm>
    </dsp:sp>
    <dsp:sp modelId="{424FAD96-F5CA-4F55-938D-D8D532DC39E1}">
      <dsp:nvSpPr>
        <dsp:cNvPr id="0" name=""/>
        <dsp:cNvSpPr/>
      </dsp:nvSpPr>
      <dsp:spPr>
        <a:xfrm rot="5400000">
          <a:off x="-245635" y="313358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3</a:t>
          </a:r>
        </a:p>
      </dsp:txBody>
      <dsp:txXfrm rot="-5400000">
        <a:off x="1" y="3461096"/>
        <a:ext cx="1146297" cy="491270"/>
      </dsp:txXfrm>
    </dsp:sp>
    <dsp:sp modelId="{CA7C537C-F8E2-4DCB-897A-810FF649C7CE}">
      <dsp:nvSpPr>
        <dsp:cNvPr id="0" name=""/>
        <dsp:cNvSpPr/>
      </dsp:nvSpPr>
      <dsp:spPr>
        <a:xfrm rot="5400000">
          <a:off x="4155739" y="-1214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200" kern="1200" dirty="0"/>
            <a:t>Восстановление путем уничтожения процесса </a:t>
          </a:r>
        </a:p>
      </dsp:txBody>
      <dsp:txXfrm rot="-5400000">
        <a:off x="1146298" y="2939908"/>
        <a:ext cx="7031341" cy="96049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C6DC6-325F-4DCB-B7E3-918E80B23947}">
      <dsp:nvSpPr>
        <dsp:cNvPr id="0" name=""/>
        <dsp:cNvSpPr/>
      </dsp:nvSpPr>
      <dsp:spPr>
        <a:xfrm>
          <a:off x="1391266" y="0"/>
          <a:ext cx="2713387" cy="10853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Взаимное исключение</a:t>
          </a:r>
        </a:p>
      </dsp:txBody>
      <dsp:txXfrm>
        <a:off x="1933944" y="0"/>
        <a:ext cx="1628032" cy="1085355"/>
      </dsp:txXfrm>
    </dsp:sp>
    <dsp:sp modelId="{4E3252D4-0A7E-44BA-918E-6316DB717EFC}">
      <dsp:nvSpPr>
        <dsp:cNvPr id="0" name=""/>
        <dsp:cNvSpPr/>
      </dsp:nvSpPr>
      <dsp:spPr>
        <a:xfrm>
          <a:off x="3803942" y="93920"/>
          <a:ext cx="2252111" cy="90084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организовать подкачку данных</a:t>
          </a:r>
          <a:br>
            <a:rPr lang="ru-RU" sz="1200" kern="1200" dirty="0"/>
          </a:br>
          <a:endParaRPr lang="ru-RU" sz="1200" kern="1200" dirty="0"/>
        </a:p>
      </dsp:txBody>
      <dsp:txXfrm>
        <a:off x="4254364" y="93920"/>
        <a:ext cx="1351267" cy="900844"/>
      </dsp:txXfrm>
    </dsp:sp>
    <dsp:sp modelId="{9CF6C397-721F-47DB-90FC-81C25AF36E2F}">
      <dsp:nvSpPr>
        <dsp:cNvPr id="0" name=""/>
        <dsp:cNvSpPr/>
      </dsp:nvSpPr>
      <dsp:spPr>
        <a:xfrm>
          <a:off x="1443295" y="1238969"/>
          <a:ext cx="2713387" cy="10853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Удержание и ожидание</a:t>
          </a:r>
        </a:p>
      </dsp:txBody>
      <dsp:txXfrm>
        <a:off x="1985973" y="1238969"/>
        <a:ext cx="1628032" cy="1085355"/>
      </dsp:txXfrm>
    </dsp:sp>
    <dsp:sp modelId="{D34C402C-E00A-4F69-9E56-882A0A0B6F02}">
      <dsp:nvSpPr>
        <dsp:cNvPr id="0" name=""/>
        <dsp:cNvSpPr/>
      </dsp:nvSpPr>
      <dsp:spPr>
        <a:xfrm>
          <a:off x="3803942" y="1331225"/>
          <a:ext cx="2252111" cy="90084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запрашивать все ресурсы на начальной стадии</a:t>
          </a:r>
          <a:br>
            <a:rPr lang="ru-RU" sz="1200" kern="1200" dirty="0"/>
          </a:br>
          <a:br>
            <a:rPr lang="ru-RU" sz="1200" kern="1200" dirty="0"/>
          </a:br>
          <a:endParaRPr lang="ru-RU" sz="1200" kern="1200" dirty="0"/>
        </a:p>
      </dsp:txBody>
      <dsp:txXfrm>
        <a:off x="4254364" y="1331225"/>
        <a:ext cx="1351267" cy="900844"/>
      </dsp:txXfrm>
    </dsp:sp>
    <dsp:sp modelId="{B161BAFE-91D0-45D3-98A6-11554432A64B}">
      <dsp:nvSpPr>
        <dsp:cNvPr id="0" name=""/>
        <dsp:cNvSpPr/>
      </dsp:nvSpPr>
      <dsp:spPr>
        <a:xfrm>
          <a:off x="1443295" y="2476274"/>
          <a:ext cx="2713387" cy="10853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 Отсутствие принудительной выгрузки ресурса</a:t>
          </a:r>
        </a:p>
      </dsp:txBody>
      <dsp:txXfrm>
        <a:off x="1985973" y="2476274"/>
        <a:ext cx="1628032" cy="1085355"/>
      </dsp:txXfrm>
    </dsp:sp>
    <dsp:sp modelId="{54464D1C-2D90-4E7E-95EE-A42E4C9EDFA7}">
      <dsp:nvSpPr>
        <dsp:cNvPr id="0" name=""/>
        <dsp:cNvSpPr/>
      </dsp:nvSpPr>
      <dsp:spPr>
        <a:xfrm>
          <a:off x="3803942" y="2568530"/>
          <a:ext cx="2252111" cy="90084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отбирать ресурсы</a:t>
          </a:r>
          <a:br>
            <a:rPr lang="ru-RU" sz="1200" kern="1200" dirty="0"/>
          </a:br>
          <a:br>
            <a:rPr lang="ru-RU" sz="1200" kern="1200" dirty="0"/>
          </a:br>
          <a:endParaRPr lang="ru-RU" sz="1200" kern="1200" dirty="0"/>
        </a:p>
      </dsp:txBody>
      <dsp:txXfrm>
        <a:off x="4254364" y="2568530"/>
        <a:ext cx="1351267" cy="900844"/>
      </dsp:txXfrm>
    </dsp:sp>
    <dsp:sp modelId="{DB06193C-E8C0-4073-84F5-84C3DBA970E8}">
      <dsp:nvSpPr>
        <dsp:cNvPr id="0" name=""/>
        <dsp:cNvSpPr/>
      </dsp:nvSpPr>
      <dsp:spPr>
        <a:xfrm>
          <a:off x="1443295" y="3713579"/>
          <a:ext cx="2713387" cy="10853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Циклическое ожидание</a:t>
          </a:r>
        </a:p>
      </dsp:txBody>
      <dsp:txXfrm>
        <a:off x="1985973" y="3713579"/>
        <a:ext cx="1628032" cy="1085355"/>
      </dsp:txXfrm>
    </dsp:sp>
    <dsp:sp modelId="{7F477073-F01E-40F9-869B-3711D4CDCBAD}">
      <dsp:nvSpPr>
        <dsp:cNvPr id="0" name=""/>
        <dsp:cNvSpPr/>
      </dsp:nvSpPr>
      <dsp:spPr>
        <a:xfrm>
          <a:off x="3803942" y="3805834"/>
          <a:ext cx="2252111" cy="90084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 пронумеровать ресурсы и упорядочить</a:t>
          </a:r>
          <a:br>
            <a:rPr lang="ru-RU" sz="1200" kern="1200" dirty="0"/>
          </a:br>
          <a:br>
            <a:rPr lang="ru-RU" sz="1200" kern="1200" dirty="0"/>
          </a:br>
          <a:endParaRPr lang="ru-RU" sz="1200" kern="1200" dirty="0"/>
        </a:p>
      </dsp:txBody>
      <dsp:txXfrm>
        <a:off x="4254364" y="3805834"/>
        <a:ext cx="1351267" cy="90084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9DB71-2293-462D-AAF3-E9579749675A}">
      <dsp:nvSpPr>
        <dsp:cNvPr id="0" name=""/>
        <dsp:cNvSpPr/>
      </dsp:nvSpPr>
      <dsp:spPr>
        <a:xfrm>
          <a:off x="3605946" y="1172446"/>
          <a:ext cx="1982762" cy="9436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3045"/>
              </a:lnTo>
              <a:lnTo>
                <a:pt x="1982762" y="643045"/>
              </a:lnTo>
              <a:lnTo>
                <a:pt x="1982762" y="9436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84298-2107-468D-9CB4-A43BD4BCFA7E}">
      <dsp:nvSpPr>
        <dsp:cNvPr id="0" name=""/>
        <dsp:cNvSpPr/>
      </dsp:nvSpPr>
      <dsp:spPr>
        <a:xfrm>
          <a:off x="1623184" y="1172446"/>
          <a:ext cx="1982762" cy="943614"/>
        </a:xfrm>
        <a:custGeom>
          <a:avLst/>
          <a:gdLst/>
          <a:ahLst/>
          <a:cxnLst/>
          <a:rect l="0" t="0" r="0" b="0"/>
          <a:pathLst>
            <a:path>
              <a:moveTo>
                <a:pt x="1982762" y="0"/>
              </a:moveTo>
              <a:lnTo>
                <a:pt x="1982762" y="643045"/>
              </a:lnTo>
              <a:lnTo>
                <a:pt x="0" y="643045"/>
              </a:lnTo>
              <a:lnTo>
                <a:pt x="0" y="9436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344D7-8C3C-4799-82AC-B4157607E14A}">
      <dsp:nvSpPr>
        <dsp:cNvPr id="0" name=""/>
        <dsp:cNvSpPr/>
      </dsp:nvSpPr>
      <dsp:spPr>
        <a:xfrm>
          <a:off x="1463833" y="150881"/>
          <a:ext cx="4284226" cy="1021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84631-3A14-405C-9EAC-60C57C6EA26A}">
      <dsp:nvSpPr>
        <dsp:cNvPr id="0" name=""/>
        <dsp:cNvSpPr/>
      </dsp:nvSpPr>
      <dsp:spPr>
        <a:xfrm>
          <a:off x="1824335" y="493358"/>
          <a:ext cx="4284226" cy="10215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 dirty="0"/>
            <a:t>События</a:t>
          </a:r>
          <a:endParaRPr lang="en-US" sz="4000" kern="1200" dirty="0"/>
        </a:p>
      </dsp:txBody>
      <dsp:txXfrm>
        <a:off x="1854256" y="523279"/>
        <a:ext cx="4224384" cy="961722"/>
      </dsp:txXfrm>
    </dsp:sp>
    <dsp:sp modelId="{D6AA93B6-9E83-45B2-83E7-8F77A6A08767}">
      <dsp:nvSpPr>
        <dsp:cNvPr id="0" name=""/>
        <dsp:cNvSpPr/>
      </dsp:nvSpPr>
      <dsp:spPr>
        <a:xfrm>
          <a:off x="924" y="2116060"/>
          <a:ext cx="3244520" cy="2060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8143C-56B4-4A5E-B400-6CC2537FADA3}">
      <dsp:nvSpPr>
        <dsp:cNvPr id="0" name=""/>
        <dsp:cNvSpPr/>
      </dsp:nvSpPr>
      <dsp:spPr>
        <a:xfrm>
          <a:off x="361426" y="2458537"/>
          <a:ext cx="3244520" cy="20602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с ручным сбросом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(все </a:t>
          </a:r>
          <a:r>
            <a:rPr lang="ru-RU" sz="1600" kern="1200" dirty="0" err="1"/>
            <a:t>потоки,ожидающие</a:t>
          </a:r>
          <a:r>
            <a:rPr lang="ru-RU" sz="1600" kern="1200" dirty="0"/>
            <a:t> наступления события, переходят  в состояние «готовность»</a:t>
          </a:r>
          <a:endParaRPr lang="en-US" sz="1600" kern="1200" dirty="0"/>
        </a:p>
      </dsp:txBody>
      <dsp:txXfrm>
        <a:off x="421769" y="2518880"/>
        <a:ext cx="3123834" cy="1939584"/>
      </dsp:txXfrm>
    </dsp:sp>
    <dsp:sp modelId="{7A271042-7A11-43F2-8B3C-BAAA7CE68569}">
      <dsp:nvSpPr>
        <dsp:cNvPr id="0" name=""/>
        <dsp:cNvSpPr/>
      </dsp:nvSpPr>
      <dsp:spPr>
        <a:xfrm>
          <a:off x="3966449" y="2116060"/>
          <a:ext cx="3244520" cy="2060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C13CA-CA8B-461D-AE18-775A4FC6089D}">
      <dsp:nvSpPr>
        <dsp:cNvPr id="0" name=""/>
        <dsp:cNvSpPr/>
      </dsp:nvSpPr>
      <dsp:spPr>
        <a:xfrm>
          <a:off x="4326951" y="2458537"/>
          <a:ext cx="3244520" cy="20602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FF0000"/>
              </a:solidFill>
            </a:rPr>
            <a:t>с автоматическим сбросом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chemeClr val="tx1"/>
              </a:solidFill>
            </a:rPr>
            <a:t>(как и в случае </a:t>
          </a:r>
          <a:r>
            <a:rPr lang="ru-RU" sz="1600" kern="1200" dirty="0" err="1">
              <a:solidFill>
                <a:schemeClr val="tx1"/>
              </a:solidFill>
            </a:rPr>
            <a:t>мьютекса</a:t>
          </a:r>
          <a:r>
            <a:rPr lang="ru-RU" sz="1600" kern="1200" dirty="0">
              <a:solidFill>
                <a:schemeClr val="tx1"/>
              </a:solidFill>
            </a:rPr>
            <a:t>, в состояние «готовность» переводится только один поток</a:t>
          </a:r>
          <a:r>
            <a:rPr lang="en-US" sz="1600" kern="1200" dirty="0">
              <a:solidFill>
                <a:schemeClr val="tx1"/>
              </a:solidFill>
            </a:rPr>
            <a:t>  </a:t>
          </a:r>
          <a:r>
            <a:rPr lang="ru-RU" sz="1600" kern="1200" dirty="0">
              <a:solidFill>
                <a:schemeClr val="tx1"/>
              </a:solidFill>
            </a:rPr>
            <a:t> </a:t>
          </a:r>
          <a:endParaRPr lang="en-US" sz="1600" kern="1200" dirty="0">
            <a:solidFill>
              <a:schemeClr val="tx1"/>
            </a:solidFill>
          </a:endParaRPr>
        </a:p>
      </dsp:txBody>
      <dsp:txXfrm>
        <a:off x="4387294" y="2518880"/>
        <a:ext cx="3123834" cy="193958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8AE1F-315A-6748-AA34-5073F6D02889}">
      <dsp:nvSpPr>
        <dsp:cNvPr id="0" name=""/>
        <dsp:cNvSpPr/>
      </dsp:nvSpPr>
      <dsp:spPr>
        <a:xfrm>
          <a:off x="1004" y="206083"/>
          <a:ext cx="8227590" cy="411379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kern="1200"/>
            <a:t>Монитор – это пассивный набор разделяемых переменных и повторно входимых процедур доступа к ним, которыми процессы пользуются в режиме разделения, причем в каждый момент времени им может пользоваться только один процесс. </a:t>
          </a:r>
        </a:p>
      </dsp:txBody>
      <dsp:txXfrm>
        <a:off x="1004" y="206083"/>
        <a:ext cx="8227590" cy="4113795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E3D14-BB18-479F-8D69-F84A429B3C0B}">
      <dsp:nvSpPr>
        <dsp:cNvPr id="0" name=""/>
        <dsp:cNvSpPr/>
      </dsp:nvSpPr>
      <dsp:spPr>
        <a:xfrm>
          <a:off x="6822" y="2285946"/>
          <a:ext cx="1328139" cy="1000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Ждущий таймер </a:t>
          </a:r>
          <a:endParaRPr lang="en-US" sz="2000" kern="1200" dirty="0"/>
        </a:p>
      </dsp:txBody>
      <dsp:txXfrm>
        <a:off x="36119" y="2315243"/>
        <a:ext cx="1269545" cy="941676"/>
      </dsp:txXfrm>
    </dsp:sp>
    <dsp:sp modelId="{2E4CAA7C-BF51-4968-A273-1F06EB8A548A}">
      <dsp:nvSpPr>
        <dsp:cNvPr id="0" name=""/>
        <dsp:cNvSpPr/>
      </dsp:nvSpPr>
      <dsp:spPr>
        <a:xfrm rot="17801322">
          <a:off x="844243" y="1974008"/>
          <a:ext cx="1781652" cy="32312"/>
        </a:xfrm>
        <a:custGeom>
          <a:avLst/>
          <a:gdLst/>
          <a:ahLst/>
          <a:cxnLst/>
          <a:rect l="0" t="0" r="0" b="0"/>
          <a:pathLst>
            <a:path>
              <a:moveTo>
                <a:pt x="0" y="16156"/>
              </a:moveTo>
              <a:lnTo>
                <a:pt x="1781652" y="161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90528" y="1945622"/>
        <a:ext cx="89082" cy="89082"/>
      </dsp:txXfrm>
    </dsp:sp>
    <dsp:sp modelId="{D599C2A0-2BE9-442F-8D69-A7A68C0EBDB9}">
      <dsp:nvSpPr>
        <dsp:cNvPr id="0" name=""/>
        <dsp:cNvSpPr/>
      </dsp:nvSpPr>
      <dsp:spPr>
        <a:xfrm>
          <a:off x="2135177" y="500068"/>
          <a:ext cx="5394318" cy="13883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Режим «ручного сброса» </a:t>
          </a:r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таймер переходит в установленное состояние при истечении заданной задержки и остается установленным до тех пор, пока функция </a:t>
          </a:r>
          <a:r>
            <a:rPr lang="ru-RU" sz="1800" kern="1200" dirty="0" err="1"/>
            <a:t>SetWaitableTimer</a:t>
          </a:r>
          <a:r>
            <a:rPr lang="ru-RU" sz="1800" kern="1200" dirty="0"/>
            <a:t> не задаст новую задержку</a:t>
          </a:r>
          <a:endParaRPr lang="en-US" sz="1800" kern="1200" dirty="0"/>
        </a:p>
      </dsp:txBody>
      <dsp:txXfrm>
        <a:off x="2175841" y="540732"/>
        <a:ext cx="5312990" cy="1307027"/>
      </dsp:txXfrm>
    </dsp:sp>
    <dsp:sp modelId="{5F5ED940-FB2C-4F7B-8515-8EE831DFF81D}">
      <dsp:nvSpPr>
        <dsp:cNvPr id="0" name=""/>
        <dsp:cNvSpPr/>
      </dsp:nvSpPr>
      <dsp:spPr>
        <a:xfrm rot="1831091">
          <a:off x="1275724" y="2987069"/>
          <a:ext cx="855213" cy="32312"/>
        </a:xfrm>
        <a:custGeom>
          <a:avLst/>
          <a:gdLst/>
          <a:ahLst/>
          <a:cxnLst/>
          <a:rect l="0" t="0" r="0" b="0"/>
          <a:pathLst>
            <a:path>
              <a:moveTo>
                <a:pt x="0" y="16156"/>
              </a:moveTo>
              <a:lnTo>
                <a:pt x="855213" y="161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1950" y="2981845"/>
        <a:ext cx="42760" cy="42760"/>
      </dsp:txXfrm>
    </dsp:sp>
    <dsp:sp modelId="{A46D5592-0A7B-4764-A088-ECC98E894D4A}">
      <dsp:nvSpPr>
        <dsp:cNvPr id="0" name=""/>
        <dsp:cNvSpPr/>
      </dsp:nvSpPr>
      <dsp:spPr>
        <a:xfrm>
          <a:off x="2071700" y="2278709"/>
          <a:ext cx="5430428" cy="1883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Режим «автоматического сброса» </a:t>
          </a:r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таймер переходит в установленное состояние при истечении заданной задержки и остается установленным до первого успешного вызова функции ожидания. Каждый раз при истечении времени задержки разрешается выполнение лишь одной нити</a:t>
          </a:r>
          <a:endParaRPr lang="en-US" sz="1800" kern="1200" dirty="0"/>
        </a:p>
      </dsp:txBody>
      <dsp:txXfrm>
        <a:off x="2126861" y="2333870"/>
        <a:ext cx="5320106" cy="1772997"/>
      </dsp:txXfrm>
    </dsp:sp>
    <dsp:sp modelId="{B911FCF7-8A9D-408A-94DA-96B1E18CBFCE}">
      <dsp:nvSpPr>
        <dsp:cNvPr id="0" name=""/>
        <dsp:cNvSpPr/>
      </dsp:nvSpPr>
      <dsp:spPr>
        <a:xfrm rot="4231761">
          <a:off x="526748" y="3912899"/>
          <a:ext cx="2424604" cy="32312"/>
        </a:xfrm>
        <a:custGeom>
          <a:avLst/>
          <a:gdLst/>
          <a:ahLst/>
          <a:cxnLst/>
          <a:rect l="0" t="0" r="0" b="0"/>
          <a:pathLst>
            <a:path>
              <a:moveTo>
                <a:pt x="0" y="16156"/>
              </a:moveTo>
              <a:lnTo>
                <a:pt x="2424604" y="161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678435" y="3868440"/>
        <a:ext cx="121230" cy="121230"/>
      </dsp:txXfrm>
    </dsp:sp>
    <dsp:sp modelId="{55F127EE-C39E-4081-B1BE-F3FF93EF33D6}">
      <dsp:nvSpPr>
        <dsp:cNvPr id="0" name=""/>
        <dsp:cNvSpPr/>
      </dsp:nvSpPr>
      <dsp:spPr>
        <a:xfrm>
          <a:off x="2143139" y="4571893"/>
          <a:ext cx="5417964" cy="1000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Режим интервального таймера, который перезапускается с заданной задержкой после каждого срабатывания объекта </a:t>
          </a:r>
          <a:endParaRPr lang="en-US" sz="2000" kern="1200" dirty="0"/>
        </a:p>
      </dsp:txBody>
      <dsp:txXfrm>
        <a:off x="2172436" y="4601190"/>
        <a:ext cx="5359370" cy="94167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BC2B7-CE91-A941-B345-8CE77400DB9A}">
      <dsp:nvSpPr>
        <dsp:cNvPr id="0" name=""/>
        <dsp:cNvSpPr/>
      </dsp:nvSpPr>
      <dsp:spPr>
        <a:xfrm>
          <a:off x="6014" y="867"/>
          <a:ext cx="9131970" cy="10590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Конвейер (канал, </a:t>
          </a:r>
          <a:r>
            <a:rPr lang="ru-RU" sz="2500" kern="1200" dirty="0" err="1"/>
            <a:t>pipe</a:t>
          </a:r>
          <a:r>
            <a:rPr lang="ru-RU" sz="2500" kern="1200" dirty="0"/>
            <a:t>) – представляет собой буфер в оперативной памяти, поддерживающий   очередь байт по алгоритму FIFO.</a:t>
          </a:r>
        </a:p>
      </dsp:txBody>
      <dsp:txXfrm>
        <a:off x="6014" y="867"/>
        <a:ext cx="9131970" cy="1059005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BA7D6F-8005-4885-9BEC-0E0B7C5A5B35}">
      <dsp:nvSpPr>
        <dsp:cNvPr id="0" name=""/>
        <dsp:cNvSpPr/>
      </dsp:nvSpPr>
      <dsp:spPr>
        <a:xfrm>
          <a:off x="3537712" y="214258"/>
          <a:ext cx="1732683" cy="981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2192"/>
              </a:lnTo>
              <a:lnTo>
                <a:pt x="1732683" y="752192"/>
              </a:lnTo>
              <a:lnTo>
                <a:pt x="1732683" y="98116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3C53EF-35F6-4D4E-9C1B-1BB0601D7E7D}">
      <dsp:nvSpPr>
        <dsp:cNvPr id="0" name=""/>
        <dsp:cNvSpPr/>
      </dsp:nvSpPr>
      <dsp:spPr>
        <a:xfrm>
          <a:off x="1570685" y="214258"/>
          <a:ext cx="1967026" cy="981168"/>
        </a:xfrm>
        <a:custGeom>
          <a:avLst/>
          <a:gdLst/>
          <a:ahLst/>
          <a:cxnLst/>
          <a:rect l="0" t="0" r="0" b="0"/>
          <a:pathLst>
            <a:path>
              <a:moveTo>
                <a:pt x="1967026" y="0"/>
              </a:moveTo>
              <a:lnTo>
                <a:pt x="1967026" y="752192"/>
              </a:lnTo>
              <a:lnTo>
                <a:pt x="0" y="752192"/>
              </a:lnTo>
              <a:lnTo>
                <a:pt x="0" y="98116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C6B0D5-955D-457E-852F-40FFD1EF831B}">
      <dsp:nvSpPr>
        <dsp:cNvPr id="0" name=""/>
        <dsp:cNvSpPr/>
      </dsp:nvSpPr>
      <dsp:spPr>
        <a:xfrm>
          <a:off x="2478498" y="-260902"/>
          <a:ext cx="2118428" cy="4751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2AD5F-1FA5-4826-A23D-D4C78845C701}">
      <dsp:nvSpPr>
        <dsp:cNvPr id="0" name=""/>
        <dsp:cNvSpPr/>
      </dsp:nvSpPr>
      <dsp:spPr>
        <a:xfrm>
          <a:off x="2753132" y="0"/>
          <a:ext cx="2118428" cy="4751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>
              <a:solidFill>
                <a:schemeClr val="accent1"/>
              </a:solidFill>
            </a:rPr>
            <a:t>Каналы</a:t>
          </a:r>
        </a:p>
      </dsp:txBody>
      <dsp:txXfrm>
        <a:off x="2767049" y="13917"/>
        <a:ext cx="2090594" cy="447327"/>
      </dsp:txXfrm>
    </dsp:sp>
    <dsp:sp modelId="{DD744D88-0330-4F34-BDFE-65EC971A1F9B}">
      <dsp:nvSpPr>
        <dsp:cNvPr id="0" name=""/>
        <dsp:cNvSpPr/>
      </dsp:nvSpPr>
      <dsp:spPr>
        <a:xfrm>
          <a:off x="187282" y="1195427"/>
          <a:ext cx="2766807" cy="18703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A79B0-0C78-490C-8A64-3174562552BF}">
      <dsp:nvSpPr>
        <dsp:cNvPr id="0" name=""/>
        <dsp:cNvSpPr/>
      </dsp:nvSpPr>
      <dsp:spPr>
        <a:xfrm>
          <a:off x="461916" y="1456329"/>
          <a:ext cx="2766807" cy="18703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accent2"/>
              </a:solidFill>
            </a:rPr>
            <a:t>Безымянные каналы</a:t>
          </a:r>
        </a:p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kern="1200" dirty="0"/>
            <a:t>позволяют обмениваться данными только родственным процессам</a:t>
          </a:r>
          <a:endParaRPr lang="en-US" sz="1800" b="0" kern="1200" dirty="0"/>
        </a:p>
      </dsp:txBody>
      <dsp:txXfrm>
        <a:off x="516696" y="1511109"/>
        <a:ext cx="2657247" cy="1760777"/>
      </dsp:txXfrm>
    </dsp:sp>
    <dsp:sp modelId="{C236D9D7-E343-4181-8C59-9E05E40A7F0C}">
      <dsp:nvSpPr>
        <dsp:cNvPr id="0" name=""/>
        <dsp:cNvSpPr/>
      </dsp:nvSpPr>
      <dsp:spPr>
        <a:xfrm>
          <a:off x="3503358" y="1195427"/>
          <a:ext cx="3534075" cy="33428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EE1DE-8174-470B-BDD7-CBED2D4B6D13}">
      <dsp:nvSpPr>
        <dsp:cNvPr id="0" name=""/>
        <dsp:cNvSpPr/>
      </dsp:nvSpPr>
      <dsp:spPr>
        <a:xfrm>
          <a:off x="3777992" y="1456329"/>
          <a:ext cx="3534075" cy="33428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rgbClr val="C0504D"/>
              </a:solidFill>
            </a:rPr>
            <a:t>Именованные каналы</a:t>
          </a:r>
        </a:p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 имеют имя, которое является записью в каталоге файловой системы ОС, поэтому пригодны для обмена данными между двумя произвольными процессами или потоками этих процессов. </a:t>
          </a:r>
          <a:endParaRPr lang="en-US" sz="2000" kern="1200" dirty="0"/>
        </a:p>
      </dsp:txBody>
      <dsp:txXfrm>
        <a:off x="3875901" y="1554238"/>
        <a:ext cx="3338257" cy="3147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18FCA-8D33-485B-9C50-E85A72EFBB68}" type="datetimeFigureOut">
              <a:rPr lang="ru-RU" smtClean="0"/>
              <a:pPr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99C08-BEB0-45BF-AE6B-903FE0106B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27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/index.php?title=%D0%9F%D1%80%D0%BE%D0%B1%D0%BB%D0%B5%D0%BC%D0%B0_%D0%BE%D0%B1%D0%B5%D0%B4%D0%B0%D1%8E%D1%89%D0%B8%D1%85_%D1%84%D0%B8%D0%BB%D0%BE%D1%81%D0%BE%D1%84%D0%BE%D0%B2&amp;veaction=edit&amp;section=4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ru.wikipedia.org/wiki/%D0%A1%D0%B5%D0%BC%D0%B0%D1%84%D0%BE%D1%80_(%D0%BF%D1%80%D0%BE%D0%B3%D1%80%D0%B0%D0%BC%D0%BC%D0%B8%D1%80%D0%BE%D0%B2%D0%B0%D0%BD%D0%B8%D0%B5)" TargetMode="External"/><Relationship Id="rId4" Type="http://schemas.openxmlformats.org/officeDocument/2006/relationships/hyperlink" Target="http://ru.wikipedia.org/w/index.php?title=%D0%9F%D1%80%D0%BE%D0%B1%D0%BB%D0%B5%D0%BC%D0%B0_%D0%BE%D0%B1%D0%B5%D0%B4%D0%B0%D1%8E%D1%89%D0%B8%D1%85_%D1%84%D0%B8%D0%BB%D0%BE%D1%81%D0%BE%D1%84%D0%BE%D0%B2&amp;action=edit&amp;section=4" TargetMode="Externa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 </a:t>
            </a:r>
            <a:r>
              <a:rPr lang="en-US" dirty="0" err="1"/>
              <a:t>Определение</a:t>
            </a:r>
            <a:r>
              <a:rPr lang="ru-RU" dirty="0"/>
              <a:t> процесса,</a:t>
            </a:r>
            <a:r>
              <a:rPr lang="ru-RU" baseline="0" dirty="0"/>
              <a:t> потока, задания, облегченного потока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Увеличить картинку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Таненбаум</a:t>
            </a:r>
            <a:r>
              <a:rPr lang="ru-RU" dirty="0"/>
              <a:t> </a:t>
            </a:r>
            <a:r>
              <a:rPr lang="ru-RU" dirty="0" err="1"/>
              <a:t>стр</a:t>
            </a:r>
            <a:r>
              <a:rPr lang="ru-RU" dirty="0"/>
              <a:t> 1000 </a:t>
            </a:r>
            <a:r>
              <a:rPr lang="ru-RU" baseline="0" dirty="0"/>
              <a:t> </a:t>
            </a:r>
            <a:r>
              <a:rPr lang="ru-RU" dirty="0"/>
              <a:t> </a:t>
            </a:r>
            <a:r>
              <a:rPr lang="ru-RU" dirty="0" err="1"/>
              <a:t>несколькослов</a:t>
            </a:r>
            <a:r>
              <a:rPr lang="ru-RU" dirty="0"/>
              <a:t> о кванте. На клиентских системах </a:t>
            </a:r>
            <a:r>
              <a:rPr lang="ru-RU" dirty="0" err="1"/>
              <a:t>Windows</a:t>
            </a:r>
            <a:r>
              <a:rPr lang="ru-RU" dirty="0"/>
              <a:t> значение кванта по </a:t>
            </a:r>
            <a:r>
              <a:rPr lang="ru-RU" dirty="0" err="1"/>
              <a:t>умолчаниюравно</a:t>
            </a:r>
            <a:r>
              <a:rPr lang="ru-RU" dirty="0"/>
              <a:t> 20 </a:t>
            </a:r>
            <a:r>
              <a:rPr lang="ru-RU" dirty="0" err="1"/>
              <a:t>мс</a:t>
            </a:r>
            <a:r>
              <a:rPr lang="ru-RU" dirty="0"/>
              <a:t>. На серверных системах </a:t>
            </a:r>
            <a:r>
              <a:rPr lang="ru-RU" dirty="0" err="1"/>
              <a:t>Windows</a:t>
            </a:r>
            <a:r>
              <a:rPr lang="ru-RU" dirty="0"/>
              <a:t> — 180 </a:t>
            </a:r>
            <a:r>
              <a:rPr lang="ru-RU" dirty="0" err="1"/>
              <a:t>мс</a:t>
            </a:r>
            <a:r>
              <a:rPr lang="ru-RU" dirty="0"/>
              <a:t>. Короткий квант </a:t>
            </a:r>
            <a:r>
              <a:rPr lang="ru-RU" dirty="0" err="1"/>
              <a:t>полезенинтерактивным</a:t>
            </a:r>
            <a:r>
              <a:rPr lang="ru-RU" dirty="0"/>
              <a:t> пользователям, а длинный — уменьшает количество переключений1002 Глава 11. Изучение конкретных примеров: 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Vistaконтекста</a:t>
            </a:r>
            <a:r>
              <a:rPr lang="ru-RU" dirty="0"/>
              <a:t> и обеспечивает таким образом более высокую эффективность. Эти значения можно при желании изменить вручную — в два, четыре или шесть </a:t>
            </a:r>
            <a:r>
              <a:rPr lang="ru-RU" dirty="0" err="1"/>
              <a:t>раз.Алгоритм</a:t>
            </a:r>
            <a:r>
              <a:rPr lang="ru-RU" dirty="0"/>
              <a:t> планирования имеет еще одну заплатку: когда новое окно становится окном переднего плана, то все его потоки получают более длинный квант(увеличенный на определенное значение, которое берется из реестра). Это дает </a:t>
            </a:r>
            <a:r>
              <a:rPr lang="ru-RU" dirty="0" err="1"/>
              <a:t>имбольше</a:t>
            </a:r>
            <a:r>
              <a:rPr lang="ru-RU" dirty="0"/>
              <a:t> процессорного времени, что обычно обеспечивает улучшение </a:t>
            </a:r>
            <a:r>
              <a:rPr lang="ru-RU" dirty="0" err="1"/>
              <a:t>восприятияпользователем</a:t>
            </a:r>
            <a:r>
              <a:rPr lang="ru-RU" dirty="0"/>
              <a:t> его работы в данном приложении.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умолчанию начальная величина кванта в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Professional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равна двум интервалам таймера, а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эта величина увеличена до 12, чтобы свести к минимуму переключение контекста.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Длительность интервала таймера определяется HAL и составляет примерно 10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мс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для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однопроцессорных x86 систем и 15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мс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для многопроцессорных. Величину интервала системного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таймера можно определить с помощью свободно распространяемой утилиты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Clockres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(сайт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sysinternals.com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Выбор между короткими и длинными значениями можно сделать с помощью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555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Обслуживаемые по алгоритму FIFO потоки реального времени имеют наивысшие приоритеты и не могут вытесняться другими потоками — за исключением такого же потока реального времени FIFO с более высоким приоритетом, перешедшего в состояние готовности. Обслуживаемые в порядке циклической очереди потоки реального времени представляют собой то же самое, что и потоки реального времени FIFO, — но с тем отличием, что они имеют квант времени и могут вытесняться по таймеру Такой находящийся в состоянии готовности поток выполняется в течение кванта времени, после чего поток помещается в конец своей очереди. Ни один из этих классов не является на самом деле классом реального времени. Здесь нельзя задать предельный срок выполнения задания и дать гарантии его выполнения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749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Планировщик Linux использует ключевую структуру данных под названием</a:t>
            </a:r>
            <a:r>
              <a:rPr lang="en-US" dirty="0"/>
              <a:t> </a:t>
            </a:r>
            <a:r>
              <a:rPr lang="ru-RU" dirty="0"/>
              <a:t>очередь исполнения (</a:t>
            </a:r>
            <a:r>
              <a:rPr lang="ru-RU" dirty="0" err="1"/>
              <a:t>runqueue</a:t>
            </a:r>
            <a:r>
              <a:rPr lang="ru-RU" dirty="0"/>
              <a:t>). Эта очередь связана с процессором системы</a:t>
            </a:r>
            <a:r>
              <a:rPr lang="en-US" dirty="0"/>
              <a:t> </a:t>
            </a:r>
            <a:r>
              <a:rPr lang="ru-RU" dirty="0"/>
              <a:t>и помимо прочей информации она поддерживает два массива: </a:t>
            </a:r>
            <a:r>
              <a:rPr lang="ru-RU" dirty="0" err="1"/>
              <a:t>active</a:t>
            </a:r>
            <a:r>
              <a:rPr lang="ru-RU" dirty="0"/>
              <a:t> и </a:t>
            </a:r>
            <a:r>
              <a:rPr lang="ru-RU" dirty="0" err="1"/>
              <a:t>expired</a:t>
            </a:r>
            <a:r>
              <a:rPr lang="ru-RU" dirty="0"/>
              <a:t>. Как</a:t>
            </a:r>
            <a:r>
              <a:rPr lang="en-US" dirty="0"/>
              <a:t> </a:t>
            </a:r>
            <a:r>
              <a:rPr lang="ru-RU" dirty="0"/>
              <a:t>показано на рис. 10.4, каждое из этих полей является указателем на массив из заголовков 140 списков (каждый соответствует своему приоритету). Заголовок списка</a:t>
            </a:r>
            <a:r>
              <a:rPr lang="en-US" dirty="0"/>
              <a:t> </a:t>
            </a:r>
            <a:r>
              <a:rPr lang="ru-RU" dirty="0"/>
              <a:t>указывает на дважды связанный список процессов данного приоритета. </a:t>
            </a:r>
            <a:r>
              <a:rPr lang="ru-RU" dirty="0" err="1"/>
              <a:t>Основыработы</a:t>
            </a:r>
            <a:r>
              <a:rPr lang="ru-RU" dirty="0"/>
              <a:t> планировщика можно описать следующим образом.</a:t>
            </a:r>
            <a:r>
              <a:rPr lang="en-US" dirty="0"/>
              <a:t> </a:t>
            </a:r>
            <a:r>
              <a:rPr lang="ru-RU" dirty="0"/>
              <a:t>Планировщик выбирает задачу из активного массива с самым высоким приоритетом. Если квант времени этой задачи истек, то она переносится в список закончивших функционирование (возможно, с другим уровнем приоритета). Если</a:t>
            </a:r>
            <a:r>
              <a:rPr lang="en-US" dirty="0"/>
              <a:t> </a:t>
            </a:r>
            <a:r>
              <a:rPr lang="ru-RU" dirty="0"/>
              <a:t>задача блокируется (например, в ожидании события ввода-вывода) до истечения ее кванта времени, то после события она помещается обратно в исходный активный массив, а ее квант уменьшается на количество уже использованного времени процессора. После полного истечения кванта времени она так же будет помещена в массив закончивших функционирование. Когда ни в одном из активных массивов больше нет задач, то планировщик просто меняет указатели — чтобы закончившие функционирование массивы стали активными и наоборот. Этот метод гарантирует, что задачи с низким приоритетом не «умирают от голода» (за исключением того случая, когда потоки реального времени со схемой FIFO полностью захватывают ресурсы процессора — что маловероятно).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579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495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931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Семафор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это переменная специального типа, доступная параллельным процессам для проведения над ней только двух операций – «закрытия» и «открытия», названных соответственно Р-операцией (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от голландского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Proberen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проверить) и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-операцией (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от голландского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Verhogen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увеличить).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047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825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Официант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править |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править исходный текст]</a:t>
            </a:r>
            <a:endParaRPr lang="ru-RU" sz="1200" b="1" kern="1200" dirty="0">
              <a:solidFill>
                <a:schemeClr val="tx1"/>
              </a:solidFill>
              <a:latin typeface="+mn-lt"/>
              <a:ea typeface="+mn-ea"/>
              <a:cs typeface="+mn-cs"/>
              <a:hlinkClick r:id="rId4"/>
            </a:endParaRPr>
          </a:p>
          <a:p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Относительно простое решение задачи достигается путём добавления официанта возле стола. Философы должны дожидаться разрешения официанта перед тем, как взять вилку. Поскольку официант знает, сколько вилок используется в данный момент, он может принимать решения относительно распределения вилок и тем самым предотвратить взаимную блокировку философов. Если четыре вилки из пяти уже используются, то следующий философ, запросивший вилку, вынужден будет ждать разрешения официанта — которое не будет получено, пока вилка не будет освобождена. Предполагается, что философ всегда пытается сначала взять левую вилку, а потом — правую (или наоборот), что упрощает логику. Официант работает, как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/>
              </a:rPr>
              <a:t>семафор — понятие, введённое Дейкстрой в 1965 году.[5]</a:t>
            </a:r>
          </a:p>
          <a:p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Чтобы показать, как это решение работает, предположим, что философы обозначены от А до Д по часовой стрелке. Если философы А и В едят, то заняты четыре вилки. Философ Б сидит между А и В, так что ему недоступна ни одна из вилок. В то же время, философы Г и Д имеют доступ к одной неиспользуемой вилке между ними. Предположим, что философ Г хочет есть. Если он тут же берёт свободную вилку, то становится возможна взаимная блокировка философов. Если вместо этого он спрашивает разрешения у официанта, то тот просит его подождать — и можно быть уверенным в том, что как только пара вилок освободится, то по крайней мере один философ сможет взять две вилки. Таким образом, взаимная блокировка становится невозможной.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478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Коффман, </a:t>
            </a:r>
            <a:r>
              <a:rPr lang="ru-RU" dirty="0" err="1"/>
              <a:t>Элфик</a:t>
            </a:r>
            <a:r>
              <a:rPr lang="ru-RU" dirty="0"/>
              <a:t> и </a:t>
            </a:r>
            <a:r>
              <a:rPr lang="ru-RU" dirty="0" err="1"/>
              <a:t>Шошани</a:t>
            </a:r>
            <a:r>
              <a:rPr lang="ru-RU" dirty="0"/>
              <a:t> показали, что эти условия являются необходимыми. Все вместе эти четыре условия являются необходимыми и достаточными. Т.е., если все эти 4 условия выполняются, значит, взаимоблокировка существует.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535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99C08-BEB0-45BF-AE6B-903FE0106BEF}" type="slidenum">
              <a:rPr lang="ru-RU" smtClean="0"/>
              <a:pPr/>
              <a:t>71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710A05-4A9B-43A9-9AFA-03D670B52A28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AFF1F-50BD-409B-B6F4-325267904E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97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1C2658-3F71-440F-9838-900D7D0FFA44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84F61B-3B23-43A6-9030-5ED4C5F94FB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774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A7DB5B-CDAA-479B-9F1D-252D45252611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40179A-AD6A-4B29-8643-93D20DC9BA0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81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FB7450-CA8E-4215-814C-E1DB0EB33290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F41907-36B3-4EB9-9D3A-8839CB8E548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58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E1A857-1570-4422-8EFF-67483B6DC595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A5DFD-EB04-4B00-833D-400B74BE1B5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03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5AF3BF-9C3B-4858-8DFB-56DDF33037A7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E0C8D1-FB84-4E27-85E8-E5DB1FB7B83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58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11633-CC9A-4B9A-8156-EEE31EB911AD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B7A071-EABF-4E06-B2B8-40F5868A57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14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63E737-8569-4984-A068-2071468601AD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98490-F39D-4DA5-B198-BAC303A1AE4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94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48B66A-C19E-41AD-A1B4-CA864D2D9DD2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FD58DA-4A7E-4A69-B356-F9C2D7C6BF6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45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11633-CC9A-4B9A-8156-EEE31EB911AD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B7A071-EABF-4E06-B2B8-40F5868A57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21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111633-CC9A-4B9A-8156-EEE31EB911AD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B7A071-EABF-4E06-B2B8-40F5868A57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91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C111633-CC9A-4B9A-8156-EEE31EB911AD}" type="datetimeFigureOut">
              <a:rPr lang="ru-RU" smtClean="0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B7A071-EABF-4E06-B2B8-40F5868A57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61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7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6.xml"/><Relationship Id="rId3" Type="http://schemas.openxmlformats.org/officeDocument/2006/relationships/image" Target="../media/image15.png"/><Relationship Id="rId7" Type="http://schemas.openxmlformats.org/officeDocument/2006/relationships/diagramLayout" Target="../diagrams/layout1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6.xml"/><Relationship Id="rId5" Type="http://schemas.openxmlformats.org/officeDocument/2006/relationships/image" Target="../media/image17.png"/><Relationship Id="rId10" Type="http://schemas.microsoft.com/office/2007/relationships/diagramDrawing" Target="../diagrams/drawing16.xml"/><Relationship Id="rId4" Type="http://schemas.openxmlformats.org/officeDocument/2006/relationships/image" Target="../media/image16.png"/><Relationship Id="rId9" Type="http://schemas.openxmlformats.org/officeDocument/2006/relationships/diagramColors" Target="../diagrams/colors1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2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5.xml"/><Relationship Id="rId5" Type="http://schemas.openxmlformats.org/officeDocument/2006/relationships/diagramLayout" Target="../diagrams/layout25.xml"/><Relationship Id="rId4" Type="http://schemas.openxmlformats.org/officeDocument/2006/relationships/diagramData" Target="../diagrams/data25.xml"/><Relationship Id="rId9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A1%D0%B5%D0%BC%D0%B0%D1%84%D0%BE%D1%80_(%D0%BF%D1%80%D0%BE%D0%B3%D1%80%D0%B0%D0%BC%D0%BC%D0%B8%D1%80%D0%BE%D0%B2%D0%B0%D0%BD%D0%B8%D0%B5)" TargetMode="Externa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7" Type="http://schemas.openxmlformats.org/officeDocument/2006/relationships/image" Target="../media/image72.pn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3573016"/>
            <a:ext cx="7499350" cy="1143000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ru-RU" sz="6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ru-RU" sz="6000" b="1" dirty="0"/>
            </a:br>
            <a:r>
              <a:rPr lang="ru-RU" sz="6000" b="1" dirty="0">
                <a:solidFill>
                  <a:schemeClr val="accent2">
                    <a:lumMod val="50000"/>
                  </a:schemeClr>
                </a:solidFill>
              </a:rPr>
              <a:t>Процессы</a:t>
            </a:r>
            <a:r>
              <a:rPr lang="ru-RU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ru-RU" sz="6000" b="1" dirty="0">
                <a:solidFill>
                  <a:schemeClr val="accent2">
                    <a:lumMod val="50000"/>
                  </a:schemeClr>
                </a:solidFill>
              </a:rPr>
              <a:t>и потоки</a:t>
            </a:r>
            <a:br>
              <a:rPr lang="ru-RU" sz="6000" dirty="0">
                <a:solidFill>
                  <a:schemeClr val="accent2">
                    <a:lumMod val="50000"/>
                  </a:schemeClr>
                </a:solidFill>
              </a:rPr>
            </a:br>
            <a:endParaRPr lang="ru-RU" sz="6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звание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Функции ОС по управлению процессами и потоками: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226821511"/>
              </p:ext>
            </p:extLst>
          </p:nvPr>
        </p:nvGraphicFramePr>
        <p:xfrm>
          <a:off x="1285115" y="1654283"/>
          <a:ext cx="7499350" cy="5694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487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457200"/>
            <a:ext cx="8153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accent3">
                    <a:lumMod val="75000"/>
                  </a:schemeClr>
                </a:solidFill>
              </a:rPr>
              <a:t>Процесс </a:t>
            </a:r>
            <a:r>
              <a:rPr lang="ru-RU" dirty="0"/>
              <a:t> - программа, находящаяся в стадии выполнения. </a:t>
            </a:r>
            <a:endParaRPr lang="en-US" dirty="0"/>
          </a:p>
          <a:p>
            <a:endParaRPr lang="en-US" dirty="0"/>
          </a:p>
          <a:p>
            <a:r>
              <a:rPr lang="ru-RU" sz="2800" dirty="0">
                <a:solidFill>
                  <a:schemeClr val="accent3">
                    <a:lumMod val="75000"/>
                  </a:schemeClr>
                </a:solidFill>
              </a:rPr>
              <a:t>Потоки</a:t>
            </a:r>
            <a:r>
              <a:rPr lang="ru-RU" dirty="0"/>
              <a:t>  возникли как средство распараллеливания вычислений в рамках одного процесса.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6800" y="2274838"/>
            <a:ext cx="8077200" cy="3108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accent3">
                    <a:lumMod val="75000"/>
                  </a:schemeClr>
                </a:solidFill>
              </a:rPr>
              <a:t>Процесс рассматривается как заявка на потребление всех видов ресурсов, кроме одного – процессорного времени.</a:t>
            </a:r>
          </a:p>
          <a:p>
            <a:endParaRPr lang="ru-RU" sz="2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2800" dirty="0">
                <a:solidFill>
                  <a:schemeClr val="accent3">
                    <a:lumMod val="75000"/>
                  </a:schemeClr>
                </a:solidFill>
              </a:rPr>
              <a:t>Процессорное время выделяется потокам. 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ru-RU" sz="2800" dirty="0">
                <a:solidFill>
                  <a:schemeClr val="accent3">
                    <a:lumMod val="75000"/>
                  </a:schemeClr>
                </a:solidFill>
              </a:rPr>
              <a:t>В простейшем случае процесс состоит из одного потока.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14438" y="0"/>
            <a:ext cx="5572125" cy="5540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dirty="0">
                <a:solidFill>
                  <a:schemeClr val="tx2"/>
                </a:solidFill>
                <a:latin typeface="+mj-lt"/>
              </a:rPr>
              <a:t> </a:t>
            </a:r>
            <a:endParaRPr lang="ru-RU" sz="3000" b="1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94943" y="980728"/>
            <a:ext cx="933894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Преимущества использования потоков: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87624" y="-171400"/>
            <a:ext cx="7499350" cy="1143000"/>
          </a:xfrm>
        </p:spPr>
        <p:txBody>
          <a:bodyPr/>
          <a:lstStyle/>
          <a:p>
            <a:r>
              <a:rPr lang="ru-RU" dirty="0"/>
              <a:t>Задания и волокна</a:t>
            </a: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 rotWithShape="1">
          <a:blip r:embed="rId2"/>
          <a:srcRect r="3339"/>
          <a:stretch/>
        </p:blipFill>
        <p:spPr>
          <a:xfrm>
            <a:off x="899592" y="5048250"/>
            <a:ext cx="8301600" cy="180975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 rotWithShape="1">
          <a:blip r:embed="rId3"/>
          <a:srcRect l="-11353" r="-11353"/>
          <a:stretch/>
        </p:blipFill>
        <p:spPr>
          <a:xfrm>
            <a:off x="827584" y="692696"/>
            <a:ext cx="9144000" cy="450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27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728" y="285728"/>
            <a:ext cx="749935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chemeClr val="tx2">
                    <a:satMod val="130000"/>
                  </a:schemeClr>
                </a:solidFill>
              </a:rPr>
              <a:t>Состояния потоков</a:t>
            </a:r>
            <a:br>
              <a:rPr lang="ru-RU" b="1" dirty="0">
                <a:solidFill>
                  <a:schemeClr val="tx2">
                    <a:satMod val="130000"/>
                  </a:schemeClr>
                </a:solidFill>
              </a:rPr>
            </a:br>
            <a:endParaRPr lang="ru-RU" b="1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972108"/>
              </p:ext>
            </p:extLst>
          </p:nvPr>
        </p:nvGraphicFramePr>
        <p:xfrm>
          <a:off x="-17099" y="857250"/>
          <a:ext cx="9161099" cy="6000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15363" name="Содержимое 2"/>
          <p:cNvSpPr>
            <a:spLocks noGrp="1"/>
          </p:cNvSpPr>
          <p:nvPr>
            <p:ph idx="4294967295"/>
          </p:nvPr>
        </p:nvSpPr>
        <p:spPr>
          <a:xfrm>
            <a:off x="1644650" y="1143000"/>
            <a:ext cx="7499350" cy="169545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ru-RU" sz="2000" dirty="0"/>
              <a:t>1. Поток выбран на выполнение</a:t>
            </a:r>
          </a:p>
          <a:p>
            <a:pPr>
              <a:buFont typeface="Wingdings 2" pitchFamily="18" charset="2"/>
              <a:buNone/>
            </a:pPr>
            <a:r>
              <a:rPr lang="ru-RU" sz="2000" dirty="0"/>
              <a:t>2. Поток  ожидает завершения ввода/вывода</a:t>
            </a:r>
          </a:p>
          <a:p>
            <a:pPr>
              <a:buFont typeface="Wingdings 2" pitchFamily="18" charset="2"/>
              <a:buNone/>
            </a:pPr>
            <a:r>
              <a:rPr lang="ru-RU" sz="2000" dirty="0"/>
              <a:t>3.  Ввод/вывод завершен (событие произошло)</a:t>
            </a:r>
          </a:p>
          <a:p>
            <a:pPr>
              <a:buFont typeface="Wingdings 2" pitchFamily="18" charset="2"/>
              <a:buNone/>
            </a:pPr>
            <a:r>
              <a:rPr lang="ru-RU" sz="2000" dirty="0"/>
              <a:t>4.  Поток вытеснен планировщиком</a:t>
            </a:r>
          </a:p>
          <a:p>
            <a:endParaRPr lang="ru-RU" dirty="0"/>
          </a:p>
        </p:txBody>
      </p:sp>
      <p:sp>
        <p:nvSpPr>
          <p:cNvPr id="15365" name="Rectangle 9"/>
          <p:cNvSpPr>
            <a:spLocks noChangeArrowheads="1"/>
          </p:cNvSpPr>
          <p:nvPr/>
        </p:nvSpPr>
        <p:spPr bwMode="auto">
          <a:xfrm>
            <a:off x="3071813" y="6357938"/>
            <a:ext cx="4143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/>
            <a:endParaRPr lang="ru-RU" dirty="0"/>
          </a:p>
        </p:txBody>
      </p:sp>
      <p:sp>
        <p:nvSpPr>
          <p:cNvPr id="15366" name="Rectangle 9"/>
          <p:cNvSpPr>
            <a:spLocks noChangeArrowheads="1"/>
          </p:cNvSpPr>
          <p:nvPr/>
        </p:nvSpPr>
        <p:spPr bwMode="auto">
          <a:xfrm>
            <a:off x="2928938" y="6000750"/>
            <a:ext cx="4143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/>
            <a:endParaRPr lang="ru-RU" dirty="0"/>
          </a:p>
        </p:txBody>
      </p:sp>
      <p:sp>
        <p:nvSpPr>
          <p:cNvPr id="15367" name="Прямоугольник 6"/>
          <p:cNvSpPr>
            <a:spLocks noChangeArrowheads="1"/>
          </p:cNvSpPr>
          <p:nvPr/>
        </p:nvSpPr>
        <p:spPr bwMode="auto">
          <a:xfrm>
            <a:off x="1143000" y="381000"/>
            <a:ext cx="5562600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accent3">
                    <a:lumMod val="75000"/>
                  </a:schemeClr>
                </a:solidFill>
              </a:rPr>
              <a:t>Граф состояний потока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2914650"/>
            <a:ext cx="5652135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116632"/>
            <a:ext cx="7499350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800000"/>
                </a:solidFill>
              </a:rPr>
              <a:t>Создание процессов</a:t>
            </a:r>
            <a:br>
              <a:rPr lang="ru-RU" b="1" dirty="0">
                <a:solidFill>
                  <a:srgbClr val="800000"/>
                </a:solidFill>
              </a:rPr>
            </a:br>
            <a:endParaRPr lang="ru-RU" b="1" dirty="0">
              <a:solidFill>
                <a:srgbClr val="800000"/>
              </a:solidFill>
            </a:endParaRPr>
          </a:p>
        </p:txBody>
      </p:sp>
      <p:sp>
        <p:nvSpPr>
          <p:cNvPr id="13315" name="Содержимое 2"/>
          <p:cNvSpPr>
            <a:spLocks noGrp="1"/>
          </p:cNvSpPr>
          <p:nvPr>
            <p:ph idx="1"/>
          </p:nvPr>
        </p:nvSpPr>
        <p:spPr>
          <a:xfrm>
            <a:off x="6012160" y="1700808"/>
            <a:ext cx="7499350" cy="4800600"/>
          </a:xfrm>
        </p:spPr>
        <p:txBody>
          <a:bodyPr/>
          <a:lstStyle/>
          <a:p>
            <a:pPr lvl="0">
              <a:buNone/>
            </a:pPr>
            <a:endParaRPr lang="ru-RU" sz="1800" dirty="0"/>
          </a:p>
          <a:p>
            <a:pPr>
              <a:buNone/>
            </a:pPr>
            <a:endParaRPr lang="ru-RU" sz="1800" dirty="0">
              <a:solidFill>
                <a:srgbClr val="572314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buNone/>
            </a:pPr>
            <a:endParaRPr lang="ru-RU" sz="1800" dirty="0">
              <a:solidFill>
                <a:srgbClr val="572314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eaLnBrk="1" hangingPunct="1"/>
            <a:endParaRPr lang="ru-RU" sz="1800" dirty="0"/>
          </a:p>
        </p:txBody>
      </p:sp>
      <p:graphicFrame>
        <p:nvGraphicFramePr>
          <p:cNvPr id="8" name="Схема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769981"/>
              </p:ext>
            </p:extLst>
          </p:nvPr>
        </p:nvGraphicFramePr>
        <p:xfrm>
          <a:off x="618640" y="1383008"/>
          <a:ext cx="8144360" cy="3655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ru-RU" dirty="0"/>
              <a:t>Создать процесс означает: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7" name="Схема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982000"/>
              </p:ext>
            </p:extLst>
          </p:nvPr>
        </p:nvGraphicFramePr>
        <p:xfrm>
          <a:off x="1016138" y="1158630"/>
          <a:ext cx="7948350" cy="5078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242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2"/>
                </a:solidFill>
              </a:rPr>
              <a:t>Идентификаторы, дескрипторы и контекст</a:t>
            </a:r>
            <a:br>
              <a:rPr lang="ru-RU" dirty="0">
                <a:solidFill>
                  <a:schemeClr val="tx2"/>
                </a:solidFill>
              </a:rPr>
            </a:b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Содержимое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solidFill>
                  <a:srgbClr val="FF0000"/>
                </a:solidFill>
              </a:rPr>
              <a:t>Дескриптор</a:t>
            </a:r>
            <a:r>
              <a:rPr lang="ru-RU" sz="1600" dirty="0"/>
              <a:t> процесса содержит такую информацию о процессе, которая необходима ядру в течение всего жизненного цикла процесса независимо от того, находится он в активном или пассивном состоянии. В дескрипторе прямо или косвенно содержится информация о состоянии процесса, о расположении образа процесса в оперативной памяти и на диске, о значении отдельных составляющих приоритета, глобальном приоритете, об идентификаторе пользователя, создавшего процесс, о родственных процессах и некоторая др. информация.</a:t>
            </a:r>
          </a:p>
          <a:p>
            <a:r>
              <a:rPr lang="ru-RU" sz="2000" dirty="0">
                <a:solidFill>
                  <a:srgbClr val="FF0000"/>
                </a:solidFill>
              </a:rPr>
              <a:t>Контекст  процесса </a:t>
            </a:r>
            <a:r>
              <a:rPr lang="ru-RU" sz="1600" dirty="0"/>
              <a:t>содержит менее оперативную, но более объемную часть информации о процессе, необходимую для возобновления выполнения процесса с прерванного места: содержимое регистров процессора, коды ошибок выполняемых процессором системных вызовов, таблица открытых файлов, информация о незавершенных операциях ввода/вывода и др. </a:t>
            </a:r>
          </a:p>
          <a:p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00200" y="381000"/>
            <a:ext cx="7543800" cy="6096000"/>
          </a:xfrm>
        </p:spPr>
        <p:txBody>
          <a:bodyPr vert="vert270"/>
          <a:lstStyle/>
          <a:p>
            <a:pPr>
              <a:buNone/>
            </a:pPr>
            <a:r>
              <a:rPr lang="ru-RU" dirty="0"/>
              <a:t> </a:t>
            </a:r>
            <a:r>
              <a:rPr lang="ru-RU" sz="4400" dirty="0">
                <a:solidFill>
                  <a:schemeClr val="accent3">
                    <a:lumMod val="75000"/>
                  </a:schemeClr>
                </a:solidFill>
              </a:rPr>
              <a:t>Структура сегмента </a:t>
            </a:r>
            <a:r>
              <a:rPr lang="en-US" sz="4400" dirty="0">
                <a:solidFill>
                  <a:schemeClr val="accent3">
                    <a:lumMod val="75000"/>
                  </a:schemeClr>
                </a:solidFill>
              </a:rPr>
              <a:t>TSS </a:t>
            </a:r>
            <a:endParaRPr lang="ru-RU" sz="4400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 descr="http://www.asvu.ru/olifer_img/gl6-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0"/>
            <a:ext cx="5080000" cy="6593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Уничтожение процессов</a:t>
            </a:r>
            <a:br>
              <a:rPr lang="ru-RU" dirty="0"/>
            </a:br>
            <a:endParaRPr lang="en-US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521448"/>
              </p:ext>
            </p:extLst>
          </p:nvPr>
        </p:nvGraphicFramePr>
        <p:xfrm>
          <a:off x="1435100" y="1447800"/>
          <a:ext cx="637726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7290" y="285728"/>
            <a:ext cx="7499350" cy="1143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>
                <a:solidFill>
                  <a:schemeClr val="tx2">
                    <a:satMod val="130000"/>
                  </a:schemeClr>
                </a:solidFill>
              </a:rPr>
              <a:t>Планирование и диспетчеризация потоков</a:t>
            </a:r>
            <a:br>
              <a:rPr lang="ru-RU" sz="3600" b="1" dirty="0">
                <a:solidFill>
                  <a:schemeClr val="tx2">
                    <a:satMod val="130000"/>
                  </a:schemeClr>
                </a:solidFill>
              </a:rPr>
            </a:br>
            <a:endParaRPr lang="ru-RU" sz="3600" b="1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ru-RU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ru-RU" dirty="0"/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597286"/>
              </p:ext>
            </p:extLst>
          </p:nvPr>
        </p:nvGraphicFramePr>
        <p:xfrm>
          <a:off x="1725216" y="1314790"/>
          <a:ext cx="637726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57899948"/>
              </p:ext>
            </p:extLst>
          </p:nvPr>
        </p:nvGraphicFramePr>
        <p:xfrm>
          <a:off x="1030817" y="697972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37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rgbClr val="1F497D"/>
                </a:solidFill>
              </a:rPr>
              <a:t>Диспетчеризация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2976" y="1500174"/>
            <a:ext cx="7499350" cy="4800600"/>
          </a:xfrm>
        </p:spPr>
        <p:txBody>
          <a:bodyPr/>
          <a:lstStyle/>
          <a:p>
            <a:pPr>
              <a:buNone/>
            </a:pPr>
            <a:r>
              <a:rPr lang="ru-RU" sz="2200" dirty="0"/>
              <a:t>      это реализация найденного в результате планирования решения, т.е.:</a:t>
            </a:r>
          </a:p>
          <a:p>
            <a:pPr>
              <a:buNone/>
            </a:pPr>
            <a:endParaRPr lang="ru-RU" sz="2200" dirty="0"/>
          </a:p>
          <a:p>
            <a:pPr marL="596900" indent="-514350">
              <a:buNone/>
            </a:pPr>
            <a:endParaRPr lang="ru-RU" sz="2200" dirty="0"/>
          </a:p>
          <a:p>
            <a:pPr marL="596900" indent="-514350">
              <a:buNone/>
            </a:pPr>
            <a:endParaRPr lang="ru-RU" sz="2200" dirty="0"/>
          </a:p>
          <a:p>
            <a:pPr>
              <a:buNone/>
            </a:pPr>
            <a:endParaRPr lang="ru-RU" sz="2200" dirty="0"/>
          </a:p>
          <a:p>
            <a:endParaRPr lang="ru-RU" dirty="0"/>
          </a:p>
        </p:txBody>
      </p:sp>
      <p:graphicFrame>
        <p:nvGraphicFramePr>
          <p:cNvPr id="4" name="Содержимое 6"/>
          <p:cNvGraphicFramePr>
            <a:graphicFrameLocks/>
          </p:cNvGraphicFramePr>
          <p:nvPr/>
        </p:nvGraphicFramePr>
        <p:xfrm>
          <a:off x="1785918" y="2500306"/>
          <a:ext cx="6284904" cy="4143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Моменты перепланировки</a:t>
            </a:r>
            <a:br>
              <a:rPr lang="ru-RU" dirty="0">
                <a:solidFill>
                  <a:schemeClr val="tx2">
                    <a:satMod val="130000"/>
                  </a:schemeClr>
                </a:solidFill>
              </a:rPr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328592"/>
          </a:xfrm>
        </p:spPr>
        <p:txBody>
          <a:bodyPr>
            <a:normAutofit fontScale="47500" lnSpcReduction="20000"/>
          </a:bodyPr>
          <a:lstStyle/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Время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отведенное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активной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на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выполнение</a:t>
            </a:r>
            <a:r>
              <a:rPr lang="ru-RU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закончилось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Планировщик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переводит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задачу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состояние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готовности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выполняет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перепланирование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</a:t>
            </a:r>
            <a:endParaRPr lang="ru-RU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en-US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Активная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выполнила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системный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вызов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связанный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запросом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на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ввод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/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вывод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или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на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доступ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к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ресурсу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который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настоящий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момент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занят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Планировщик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переводит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задачу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состояние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ожидания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выполняет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перепланирование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</a:t>
            </a:r>
            <a:endParaRPr lang="ru-RU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ru-RU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>
              <a:buClr>
                <a:schemeClr val="accent2"/>
              </a:buClr>
              <a:buSzPct val="151000"/>
              <a:buFont typeface="Wingdings" charset="2"/>
              <a:buChar char="ü"/>
            </a:pP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Активная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выполнила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системный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вызов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связанный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освобождением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ресурса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Если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есть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ожидающая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это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событие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то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она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переводится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из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состояния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ожидания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состояние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готовность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 </a:t>
            </a:r>
            <a:endParaRPr lang="ru-RU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en-US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Завершение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периферийным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устройством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операции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ввода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/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вывода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переводит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соответствующую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задачу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очередь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готовых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выполняется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планирование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 </a:t>
            </a:r>
            <a:endParaRPr lang="ru-RU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ru-RU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Внутреннее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прерывание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сигнализирует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об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ошибке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,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которая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произошла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результате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выполнения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активной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Планировщик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снимает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задачу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и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выполняет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 </a:t>
            </a:r>
            <a:r>
              <a:rPr lang="en-US" sz="3800" dirty="0" err="1">
                <a:solidFill>
                  <a:schemeClr val="accent3">
                    <a:lumMod val="50000"/>
                  </a:schemeClr>
                </a:solidFill>
                <a:latin typeface="Arial"/>
              </a:rPr>
              <a:t>перепланирование</a:t>
            </a:r>
            <a:r>
              <a:rPr lang="en-US" sz="380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.</a:t>
            </a:r>
          </a:p>
          <a:p>
            <a:pPr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en-US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 lvl="0"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en-US" sz="3800" dirty="0">
              <a:solidFill>
                <a:schemeClr val="accent3">
                  <a:lumMod val="50000"/>
                </a:schemeClr>
              </a:solidFill>
              <a:latin typeface="Arial"/>
            </a:endParaRPr>
          </a:p>
          <a:p>
            <a:pPr>
              <a:buClr>
                <a:schemeClr val="accent2"/>
              </a:buClr>
              <a:buSzPct val="151000"/>
              <a:buFont typeface="Wingdings" charset="2"/>
              <a:buChar char="ü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01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звание 3"/>
          <p:cNvSpPr>
            <a:spLocks noGrp="1"/>
          </p:cNvSpPr>
          <p:nvPr>
            <p:ph type="ctrTitle"/>
          </p:nvPr>
        </p:nvSpPr>
        <p:spPr>
          <a:xfrm>
            <a:off x="611560" y="1484784"/>
            <a:ext cx="7772400" cy="1470025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Лекция № 5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403648" y="2636912"/>
            <a:ext cx="7406640" cy="1752600"/>
          </a:xfrm>
        </p:spPr>
        <p:txBody>
          <a:bodyPr/>
          <a:lstStyle/>
          <a:p>
            <a:r>
              <a:rPr lang="ru-RU" sz="4400" b="1" dirty="0">
                <a:solidFill>
                  <a:schemeClr val="accent1"/>
                </a:solidFill>
              </a:rPr>
              <a:t>Планирование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302767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dirty="0">
                <a:solidFill>
                  <a:schemeClr val="tx2">
                    <a:satMod val="130000"/>
                  </a:schemeClr>
                </a:solidFill>
              </a:rPr>
              <a:t>Планирование процессов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671715"/>
              </p:ext>
            </p:extLst>
          </p:nvPr>
        </p:nvGraphicFramePr>
        <p:xfrm>
          <a:off x="1435100" y="1325404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011237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chemeClr val="tx2">
                    <a:satMod val="130000"/>
                  </a:schemeClr>
                </a:solidFill>
              </a:rPr>
              <a:t>Алгоритмы планирования, основанные на квантовании</a:t>
            </a:r>
            <a:br>
              <a:rPr lang="ru-RU" sz="3200" dirty="0">
                <a:solidFill>
                  <a:schemeClr val="tx2">
                    <a:satMod val="130000"/>
                  </a:schemeClr>
                </a:solidFill>
              </a:rPr>
            </a:br>
            <a:endParaRPr lang="ru-RU" sz="3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3059832" y="1556792"/>
            <a:ext cx="7499350" cy="48006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  <a:p>
            <a:pPr>
              <a:spcBef>
                <a:spcPts val="0"/>
              </a:spcBef>
              <a:buNone/>
            </a:pPr>
            <a:endParaRPr lang="ru-RU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973070"/>
            <a:ext cx="5433060" cy="3884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743946722"/>
              </p:ext>
            </p:extLst>
          </p:nvPr>
        </p:nvGraphicFramePr>
        <p:xfrm>
          <a:off x="1547664" y="1340768"/>
          <a:ext cx="720080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7290" y="142852"/>
            <a:ext cx="7499350" cy="1357313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chemeClr val="tx2">
                    <a:satMod val="130000"/>
                  </a:schemeClr>
                </a:solidFill>
              </a:rPr>
              <a:t> Алгоритмы планирования, основанные на приоритетах</a:t>
            </a:r>
            <a:br>
              <a:rPr lang="ru-RU" sz="3200" dirty="0">
                <a:solidFill>
                  <a:schemeClr val="tx2">
                    <a:satMod val="130000"/>
                  </a:schemeClr>
                </a:solidFill>
              </a:rPr>
            </a:br>
            <a:endParaRPr lang="ru-RU" sz="3200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930507"/>
              </p:ext>
            </p:extLst>
          </p:nvPr>
        </p:nvGraphicFramePr>
        <p:xfrm>
          <a:off x="1357290" y="1500174"/>
          <a:ext cx="7434262" cy="920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466882"/>
              </p:ext>
            </p:extLst>
          </p:nvPr>
        </p:nvGraphicFramePr>
        <p:xfrm>
          <a:off x="1259632" y="2500306"/>
          <a:ext cx="7560840" cy="4097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8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32675240"/>
              </p:ext>
            </p:extLst>
          </p:nvPr>
        </p:nvGraphicFramePr>
        <p:xfrm>
          <a:off x="1644650" y="-60325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" y="3657600"/>
            <a:ext cx="43942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43425" y="3684270"/>
            <a:ext cx="4600575" cy="3173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43608" y="548680"/>
            <a:ext cx="7499350" cy="11430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2"/>
                </a:solidFill>
              </a:rPr>
              <a:t>Смешанный алгоритм планирования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608224232"/>
              </p:ext>
            </p:extLst>
          </p:nvPr>
        </p:nvGraphicFramePr>
        <p:xfrm>
          <a:off x="179512" y="2852936"/>
          <a:ext cx="8712968" cy="18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400" dirty="0"/>
              <a:t>Схема назначения приоритета потокам в </a:t>
            </a:r>
            <a:r>
              <a:rPr lang="ru-RU" sz="4400" dirty="0" err="1"/>
              <a:t>Windows</a:t>
            </a:r>
            <a:r>
              <a:rPr lang="en-US" sz="4400" dirty="0"/>
              <a:t> NT</a:t>
            </a:r>
            <a:endParaRPr lang="ru-RU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0725" name="Прямоугольник 4"/>
          <p:cNvSpPr>
            <a:spLocks noChangeArrowheads="1"/>
          </p:cNvSpPr>
          <p:nvPr/>
        </p:nvSpPr>
        <p:spPr bwMode="auto">
          <a:xfrm>
            <a:off x="3429000" y="6000750"/>
            <a:ext cx="32051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Уровни приоритета потоков</a:t>
            </a:r>
            <a:r>
              <a:rPr lang="en-US"/>
              <a:t>.</a:t>
            </a:r>
            <a:endParaRPr lang="ru-RU"/>
          </a:p>
        </p:txBody>
      </p:sp>
      <p:pic>
        <p:nvPicPr>
          <p:cNvPr id="7" name="Picture 7" descr="C:\Documents and Settings\Администратор\Рабочий стол\3333333333333333333333333333333333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381" y="1600181"/>
            <a:ext cx="6820535" cy="4775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448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одержимое 2"/>
          <p:cNvSpPr>
            <a:spLocks noGrp="1"/>
          </p:cNvSpPr>
          <p:nvPr>
            <p:ph type="title"/>
          </p:nvPr>
        </p:nvSpPr>
        <p:spPr>
          <a:xfrm>
            <a:off x="107504" y="188640"/>
            <a:ext cx="9144000" cy="1143000"/>
          </a:xfrm>
        </p:spPr>
        <p:txBody>
          <a:bodyPr>
            <a:normAutofit fontScale="90000"/>
          </a:bodyPr>
          <a:lstStyle/>
          <a:p>
            <a:pPr>
              <a:buFont typeface="Wingdings 2" pitchFamily="18" charset="2"/>
              <a:buNone/>
            </a:pPr>
            <a:r>
              <a:rPr lang="ru-RU" sz="3600" b="1" dirty="0">
                <a:solidFill>
                  <a:srgbClr val="1F497D"/>
                </a:solidFill>
              </a:rPr>
              <a:t>Классы приоритетов процессов и приоритеты потоков </a:t>
            </a:r>
            <a:r>
              <a:rPr lang="en-US" sz="3600" b="1" dirty="0">
                <a:solidFill>
                  <a:srgbClr val="1F497D"/>
                </a:solidFill>
              </a:rPr>
              <a:t>Win32  </a:t>
            </a:r>
            <a:endParaRPr lang="ru-RU" sz="3600" b="1" dirty="0">
              <a:solidFill>
                <a:srgbClr val="1F497D"/>
              </a:solidFill>
            </a:endParaRPr>
          </a:p>
          <a:p>
            <a:endParaRPr lang="ru-RU" dirty="0"/>
          </a:p>
        </p:txBody>
      </p:sp>
      <p:pic>
        <p:nvPicPr>
          <p:cNvPr id="9" name="Содержимое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284" t="1202" r="1628" b="842"/>
          <a:stretch/>
        </p:blipFill>
        <p:spPr>
          <a:xfrm>
            <a:off x="-27457" y="1700808"/>
            <a:ext cx="9171457" cy="372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71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6" descr="C:\Documents and Settings\Администратор\Рабочий стол\vvvv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9175750" cy="6088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2569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15616" y="0"/>
            <a:ext cx="7499350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1F497D"/>
                </a:solidFill>
              </a:rPr>
              <a:t>Алгоритм планирования </a:t>
            </a:r>
            <a:r>
              <a:rPr lang="en-US" b="1" dirty="0">
                <a:solidFill>
                  <a:srgbClr val="1F497D"/>
                </a:solidFill>
              </a:rPr>
              <a:t>Linux</a:t>
            </a:r>
            <a:endParaRPr lang="ru-RU" b="1" dirty="0">
              <a:solidFill>
                <a:srgbClr val="1F497D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49114" y="1052736"/>
            <a:ext cx="7499350" cy="4800600"/>
          </a:xfrm>
        </p:spPr>
        <p:txBody>
          <a:bodyPr>
            <a:normAutofit lnSpcReduction="10000"/>
          </a:bodyPr>
          <a:lstStyle/>
          <a:p>
            <a:r>
              <a:rPr lang="ru-RU" sz="1800" dirty="0"/>
              <a:t>В операционной системе Linux поддерживаются три</a:t>
            </a:r>
            <a:r>
              <a:rPr lang="en-US" sz="1800" dirty="0"/>
              <a:t> </a:t>
            </a:r>
            <a:r>
              <a:rPr lang="ru-RU" sz="1800" dirty="0"/>
              <a:t>класса потоков:</a:t>
            </a:r>
            <a:endParaRPr lang="en-US" sz="1800" dirty="0"/>
          </a:p>
          <a:p>
            <a:r>
              <a:rPr lang="ru-RU" sz="1800" dirty="0"/>
              <a:t>1. потоки реального времени, обслуживаемые по алгоритму FIFO;</a:t>
            </a:r>
            <a:endParaRPr lang="en-US" sz="1800" dirty="0"/>
          </a:p>
          <a:p>
            <a:r>
              <a:rPr lang="ru-RU" sz="1800" dirty="0"/>
              <a:t>2. потоки реального времени, обслуживаемые в порядке циклической очереди;</a:t>
            </a:r>
            <a:endParaRPr lang="en-US" sz="1800" dirty="0"/>
          </a:p>
          <a:p>
            <a:r>
              <a:rPr lang="ru-RU" sz="1800" dirty="0"/>
              <a:t>3. потоки разделения времени.</a:t>
            </a:r>
          </a:p>
          <a:p>
            <a:pPr marL="82550" indent="0">
              <a:buNone/>
            </a:pPr>
            <a:r>
              <a:rPr lang="ru-RU" sz="1800" dirty="0"/>
              <a:t>Linux различает 140 уровней приоритета.</a:t>
            </a:r>
          </a:p>
          <a:p>
            <a:pPr marL="82550" indent="0">
              <a:buNone/>
            </a:pPr>
            <a:r>
              <a:rPr lang="ru-RU" sz="1800" dirty="0"/>
              <a:t>Потоки реального времени имеют приоритеты от 0 до 99, причем  0 – самый высокий приоритет.</a:t>
            </a:r>
          </a:p>
          <a:p>
            <a:pPr marL="82550" indent="0">
              <a:buNone/>
            </a:pPr>
            <a:r>
              <a:rPr lang="ru-RU" sz="1800" dirty="0"/>
              <a:t>Обычному потоку ставится в соответствие уровень приоритета от 100 до 139.</a:t>
            </a:r>
          </a:p>
          <a:p>
            <a:pPr marL="82550" indent="0">
              <a:buNone/>
            </a:pPr>
            <a:r>
              <a:rPr lang="ru-RU" sz="1800" dirty="0"/>
              <a:t> Каждому уровню приоритета обычных потоков соответствует  свое значение длительности кванта времени. </a:t>
            </a:r>
          </a:p>
          <a:p>
            <a:pPr marL="82550" indent="0">
              <a:buNone/>
            </a:pPr>
            <a:r>
              <a:rPr lang="ru-RU" sz="1800" dirty="0"/>
              <a:t> Linux связывает с каждым потоком значение </a:t>
            </a:r>
            <a:r>
              <a:rPr lang="ru-RU" sz="1800" dirty="0" err="1"/>
              <a:t>nice</a:t>
            </a:r>
            <a:r>
              <a:rPr lang="ru-RU" sz="1800" dirty="0"/>
              <a:t>, которое определяет статический приоритет каждого потока. По умолчанию он равен 0, но его можно изменить при помощи системного  вызова </a:t>
            </a:r>
            <a:r>
              <a:rPr lang="ru-RU" sz="1800" dirty="0" err="1"/>
              <a:t>nice</a:t>
            </a:r>
            <a:r>
              <a:rPr lang="ru-RU" sz="1800" dirty="0"/>
              <a:t>(</a:t>
            </a:r>
            <a:r>
              <a:rPr lang="ru-RU" sz="1800" dirty="0" err="1"/>
              <a:t>value</a:t>
            </a:r>
            <a:r>
              <a:rPr lang="ru-RU" sz="1800" dirty="0"/>
              <a:t>), где </a:t>
            </a:r>
            <a:r>
              <a:rPr lang="ru-RU" sz="1800" dirty="0" err="1"/>
              <a:t>value</a:t>
            </a:r>
            <a:r>
              <a:rPr lang="ru-RU" sz="1800" dirty="0"/>
              <a:t> меняется от -20 до +19.  </a:t>
            </a:r>
          </a:p>
        </p:txBody>
      </p:sp>
    </p:spTree>
    <p:extLst>
      <p:ext uri="{BB962C8B-B14F-4D97-AF65-F5344CB8AC3E}">
        <p14:creationId xmlns:p14="http://schemas.microsoft.com/office/powerpoint/2010/main" val="422360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0" y="-171400"/>
            <a:ext cx="91440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1F497D"/>
                </a:solidFill>
              </a:rPr>
              <a:t>Очередь исполнения и массивы </a:t>
            </a:r>
            <a:r>
              <a:rPr lang="en-US" sz="2800" b="1" dirty="0">
                <a:solidFill>
                  <a:srgbClr val="1F497D"/>
                </a:solidFill>
              </a:rPr>
              <a:t> </a:t>
            </a:r>
            <a:r>
              <a:rPr lang="ru-RU" sz="2800" b="1" dirty="0">
                <a:solidFill>
                  <a:srgbClr val="1F497D"/>
                </a:solidFill>
              </a:rPr>
              <a:t>приоритетов в </a:t>
            </a:r>
            <a:r>
              <a:rPr lang="en-US" sz="2800" b="1" dirty="0">
                <a:solidFill>
                  <a:srgbClr val="1F497D"/>
                </a:solidFill>
              </a:rPr>
              <a:t>Linux</a:t>
            </a:r>
            <a:r>
              <a:rPr lang="ru-RU" sz="2800" b="1" dirty="0">
                <a:solidFill>
                  <a:srgbClr val="1F497D"/>
                </a:solidFill>
              </a:rPr>
              <a:t> </a:t>
            </a:r>
          </a:p>
        </p:txBody>
      </p:sp>
      <p:pic>
        <p:nvPicPr>
          <p:cNvPr id="4" name="Содержимое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886" t="1240" r="-6318"/>
          <a:stretch/>
        </p:blipFill>
        <p:spPr>
          <a:xfrm>
            <a:off x="611560" y="732823"/>
            <a:ext cx="7606800" cy="6125177"/>
          </a:xfrm>
        </p:spPr>
      </p:pic>
    </p:spTree>
    <p:extLst>
      <p:ext uri="{BB962C8B-B14F-4D97-AF65-F5344CB8AC3E}">
        <p14:creationId xmlns:p14="http://schemas.microsoft.com/office/powerpoint/2010/main" val="273126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728" y="571480"/>
            <a:ext cx="7499350" cy="1143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chemeClr val="tx2">
                    <a:satMod val="130000"/>
                  </a:schemeClr>
                </a:solidFill>
              </a:rPr>
              <a:t>Алгоритмы планирования в ОС пакетной обработки информации</a:t>
            </a:r>
            <a:br>
              <a:rPr lang="ru-RU" sz="3200" dirty="0">
                <a:solidFill>
                  <a:schemeClr val="tx2">
                    <a:satMod val="130000"/>
                  </a:schemeClr>
                </a:solidFill>
              </a:rPr>
            </a:br>
            <a:endParaRPr lang="ru-RU" sz="3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4579" name="Содержимое 2"/>
          <p:cNvSpPr>
            <a:spLocks noGrp="1"/>
          </p:cNvSpPr>
          <p:nvPr>
            <p:ph idx="1"/>
          </p:nvPr>
        </p:nvSpPr>
        <p:spPr>
          <a:xfrm>
            <a:off x="1357290" y="1571612"/>
            <a:ext cx="7499350" cy="5097748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ru-RU" sz="2800" b="1" i="1" u="sng" dirty="0">
                <a:solidFill>
                  <a:schemeClr val="accent5"/>
                </a:solidFill>
              </a:rPr>
              <a:t>1. "Первый пришел - первым обслужен" (FIFO)</a:t>
            </a:r>
          </a:p>
          <a:p>
            <a:pPr eaLnBrk="1" hangingPunct="1">
              <a:buNone/>
              <a:defRPr/>
            </a:pPr>
            <a:r>
              <a:rPr lang="ru-RU" sz="1600" dirty="0"/>
              <a:t>+ Достоинства:</a:t>
            </a:r>
          </a:p>
          <a:p>
            <a:pPr eaLnBrk="1" hangingPunct="1">
              <a:buFontTx/>
              <a:buChar char="-"/>
              <a:defRPr/>
            </a:pPr>
            <a:r>
              <a:rPr lang="ru-RU" sz="1600" dirty="0"/>
              <a:t>простота;</a:t>
            </a:r>
          </a:p>
          <a:p>
            <a:pPr eaLnBrk="1" hangingPunct="1">
              <a:buFontTx/>
              <a:buChar char="-"/>
              <a:defRPr/>
            </a:pPr>
            <a:r>
              <a:rPr lang="ru-RU" sz="1600" dirty="0"/>
              <a:t>справедливость.</a:t>
            </a:r>
          </a:p>
          <a:p>
            <a:pPr eaLnBrk="1" hangingPunct="1">
              <a:buNone/>
              <a:defRPr/>
            </a:pPr>
            <a:r>
              <a:rPr lang="ru-RU" sz="2800" b="1" i="1" u="sng" dirty="0">
                <a:solidFill>
                  <a:schemeClr val="accent5"/>
                </a:solidFill>
              </a:rPr>
              <a:t>2. "Кратчайшая задача – первая»</a:t>
            </a:r>
          </a:p>
          <a:p>
            <a:pPr eaLnBrk="1" hangingPunct="1">
              <a:buNone/>
              <a:defRPr/>
            </a:pPr>
            <a:r>
              <a:rPr lang="ru-RU" sz="1600" dirty="0"/>
              <a:t>     </a:t>
            </a:r>
          </a:p>
          <a:p>
            <a:pPr eaLnBrk="1" hangingPunct="1">
              <a:buNone/>
              <a:defRPr/>
            </a:pPr>
            <a:endParaRPr lang="ru-RU" sz="1600" dirty="0"/>
          </a:p>
          <a:p>
            <a:pPr eaLnBrk="1" hangingPunct="1">
              <a:buNone/>
              <a:defRPr/>
            </a:pPr>
            <a:endParaRPr lang="ru-RU" sz="1600" dirty="0"/>
          </a:p>
          <a:p>
            <a:pPr eaLnBrk="1" hangingPunct="1">
              <a:buNone/>
              <a:defRPr/>
            </a:pPr>
            <a:endParaRPr lang="ru-RU" sz="1600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8014" y="4221088"/>
            <a:ext cx="35560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1043608" y="4221088"/>
            <a:ext cx="4572000" cy="252376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buNone/>
              <a:defRPr/>
            </a:pPr>
            <a:r>
              <a:rPr lang="ru-RU" sz="2000" dirty="0"/>
              <a:t>       Минимизирует среднее оборотное время выполнения задачи.</a:t>
            </a:r>
          </a:p>
          <a:p>
            <a:pPr eaLnBrk="1" hangingPunct="1">
              <a:buNone/>
              <a:defRPr/>
            </a:pPr>
            <a:r>
              <a:rPr lang="ru-RU" sz="2000" dirty="0"/>
              <a:t>      </a:t>
            </a: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Оборотное время </a:t>
            </a:r>
            <a:r>
              <a:rPr lang="ru-RU" sz="2000" dirty="0"/>
              <a:t>– время, прошедшее от момента запуска всего пакета на выполнение до получения результата задачи.  </a:t>
            </a:r>
          </a:p>
          <a:p>
            <a:pPr eaLnBrk="1" hangingPunct="1">
              <a:buNone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1222375" y="115888"/>
            <a:ext cx="7921625" cy="2017712"/>
          </a:xfrm>
        </p:spPr>
        <p:txBody>
          <a:bodyPr/>
          <a:lstStyle/>
          <a:p>
            <a:pPr eaLnBrk="1" hangingPunct="1">
              <a:buNone/>
              <a:defRPr/>
            </a:pPr>
            <a:endParaRPr lang="ru-RU" sz="1600" dirty="0"/>
          </a:p>
          <a:p>
            <a:pPr eaLnBrk="1" hangingPunct="1">
              <a:buNone/>
              <a:defRPr/>
            </a:pPr>
            <a:endParaRPr lang="ru-RU" sz="1600" dirty="0"/>
          </a:p>
          <a:p>
            <a:pPr eaLnBrk="1" hangingPunct="1">
              <a:buNone/>
              <a:defRPr/>
            </a:pPr>
            <a:endParaRPr lang="ru-RU" sz="1600" dirty="0"/>
          </a:p>
          <a:p>
            <a:pPr eaLnBrk="1" hangingPunct="1">
              <a:buNone/>
              <a:defRPr/>
            </a:pPr>
            <a:endParaRPr lang="ru-RU" sz="1600" dirty="0"/>
          </a:p>
          <a:p>
            <a:pPr eaLnBrk="1" hangingPunct="1">
              <a:buNone/>
              <a:defRPr/>
            </a:pPr>
            <a:r>
              <a:rPr lang="ru-RU" sz="2000" dirty="0"/>
              <a:t>Задачи:                                </a:t>
            </a:r>
            <a:r>
              <a:rPr lang="en-US" sz="2000" dirty="0"/>
              <a:t>A                B               C                D</a:t>
            </a:r>
          </a:p>
          <a:p>
            <a:pPr eaLnBrk="1" hangingPunct="1">
              <a:buNone/>
              <a:defRPr/>
            </a:pPr>
            <a:r>
              <a:rPr lang="ru-RU" sz="2000" dirty="0"/>
              <a:t>Время выполнения:      8 мин.           4 мин.           4 мин.             4 мин.   </a:t>
            </a:r>
          </a:p>
          <a:p>
            <a:endParaRPr lang="ru-RU" sz="1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76872"/>
            <a:ext cx="3571875" cy="234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5321" y="2492896"/>
            <a:ext cx="4572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4609872"/>
            <a:ext cx="3921125" cy="22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4885290"/>
            <a:ext cx="47752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971600" y="5373216"/>
            <a:ext cx="576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      </a:t>
            </a: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699542544"/>
              </p:ext>
            </p:extLst>
          </p:nvPr>
        </p:nvGraphicFramePr>
        <p:xfrm>
          <a:off x="1081392" y="260648"/>
          <a:ext cx="8062608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2776674060"/>
              </p:ext>
            </p:extLst>
          </p:nvPr>
        </p:nvGraphicFramePr>
        <p:xfrm>
          <a:off x="899592" y="303325"/>
          <a:ext cx="7884368" cy="280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2096505775"/>
              </p:ext>
            </p:extLst>
          </p:nvPr>
        </p:nvGraphicFramePr>
        <p:xfrm>
          <a:off x="1835696" y="3356992"/>
          <a:ext cx="6174432" cy="3247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8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Содержимое 2"/>
          <p:cNvSpPr>
            <a:spLocks noGrp="1"/>
          </p:cNvSpPr>
          <p:nvPr>
            <p:ph idx="4294967295"/>
          </p:nvPr>
        </p:nvSpPr>
        <p:spPr>
          <a:xfrm>
            <a:off x="1500188" y="692150"/>
            <a:ext cx="7643812" cy="93027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ru-RU" sz="2800" i="1" u="sng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ru-RU" sz="2800" i="1" u="sng" dirty="0">
                <a:solidFill>
                  <a:schemeClr val="accent3">
                    <a:lumMod val="50000"/>
                  </a:schemeClr>
                </a:solidFill>
              </a:rPr>
              <a:t>4. Трехуровневое планирование</a:t>
            </a:r>
          </a:p>
        </p:txBody>
      </p:sp>
      <p:pic>
        <p:nvPicPr>
          <p:cNvPr id="27652" name="Picture 2" descr="4-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" y="2276872"/>
            <a:ext cx="89535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971600" y="116632"/>
            <a:ext cx="69665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125" indent="-282575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ru-RU" sz="2800" i="1" u="sng" dirty="0">
                <a:solidFill>
                  <a:schemeClr val="accent3">
                    <a:lumMod val="50000"/>
                  </a:schemeClr>
                </a:solidFill>
                <a:latin typeface="+mn-lt"/>
              </a:rPr>
              <a:t>3. Наименьшее оставшееся время выполнения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728" y="285728"/>
            <a:ext cx="7499350" cy="500066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100" dirty="0">
                <a:solidFill>
                  <a:schemeClr val="tx2">
                    <a:satMod val="130000"/>
                  </a:schemeClr>
                </a:solidFill>
              </a:rPr>
              <a:t>Планирование в интерактивных системах </a:t>
            </a:r>
            <a:br>
              <a:rPr lang="ru-RU" dirty="0">
                <a:solidFill>
                  <a:schemeClr val="tx2">
                    <a:satMod val="130000"/>
                  </a:schemeClr>
                </a:solidFill>
              </a:rPr>
            </a:br>
            <a:endParaRPr lang="ru-RU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8675" name="Содержимое 2"/>
          <p:cNvSpPr>
            <a:spLocks noGrp="1"/>
          </p:cNvSpPr>
          <p:nvPr>
            <p:ph idx="1"/>
          </p:nvPr>
        </p:nvSpPr>
        <p:spPr>
          <a:xfrm>
            <a:off x="1115616" y="1268760"/>
            <a:ext cx="8028384" cy="5589240"/>
          </a:xfrm>
        </p:spPr>
        <p:txBody>
          <a:bodyPr/>
          <a:lstStyle/>
          <a:p>
            <a:pPr eaLnBrk="1" hangingPunct="1">
              <a:buNone/>
            </a:pPr>
            <a:r>
              <a:rPr lang="ru-RU" sz="1600" dirty="0"/>
              <a:t>     </a:t>
            </a:r>
            <a:endParaRPr lang="ru-RU" dirty="0"/>
          </a:p>
        </p:txBody>
      </p:sp>
      <p:pic>
        <p:nvPicPr>
          <p:cNvPr id="4" name="Picture 4" descr="C:\Documents and Settings\Администратор\Рабочий стол\4-3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132856"/>
            <a:ext cx="6019800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0" y="1988840"/>
            <a:ext cx="457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5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0000"/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+</a:t>
            </a:r>
            <a:r>
              <a:rPr lang="ru-RU" sz="5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0000"/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  </a:t>
            </a:r>
            <a:r>
              <a:rPr lang="en-US" sz="16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 </a:t>
            </a:r>
            <a:r>
              <a:rPr lang="ru-RU" sz="2000" dirty="0"/>
              <a:t>простота;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ru-RU" sz="1600" dirty="0"/>
              <a:t>    </a:t>
            </a:r>
            <a:r>
              <a:rPr lang="ru-RU" sz="2000" dirty="0"/>
              <a:t>         справедливость.</a:t>
            </a:r>
          </a:p>
          <a:p>
            <a:pPr marL="82296" eaLnBrk="1" fontAlgn="auto" hangingPunct="1">
              <a:spcAft>
                <a:spcPts val="0"/>
              </a:spcAft>
              <a:defRPr/>
            </a:pPr>
            <a:r>
              <a:rPr lang="ru-RU" sz="5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-</a:t>
            </a:r>
            <a:r>
              <a:rPr lang="ru-RU" sz="1600" dirty="0"/>
              <a:t> 	 - </a:t>
            </a:r>
            <a:r>
              <a:rPr lang="ru-RU" sz="2000" dirty="0"/>
              <a:t>слишком малый квант                          	времени     приводит к 	частому переключению 	процессов и снижению 	производительности;</a:t>
            </a:r>
          </a:p>
          <a:p>
            <a:pPr marL="82296" eaLnBrk="1" fontAlgn="auto" hangingPunct="1">
              <a:spcAft>
                <a:spcPts val="0"/>
              </a:spcAft>
              <a:defRPr/>
            </a:pPr>
            <a:endParaRPr lang="ru-RU" sz="2000" dirty="0"/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ru-RU" sz="2000" dirty="0"/>
              <a:t>		- слишком большой квант 	может привести  к 	увеличению времени ответа 	на интерактивный</a:t>
            </a:r>
            <a:r>
              <a:rPr lang="en-US" sz="2000" dirty="0"/>
              <a:t> </a:t>
            </a:r>
            <a:r>
              <a:rPr lang="ru-RU" sz="2000" dirty="0"/>
              <a:t>запрос</a:t>
            </a:r>
            <a:r>
              <a:rPr lang="en-US" sz="2000" dirty="0"/>
              <a:t>.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75656" y="1484784"/>
            <a:ext cx="6768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i="1" dirty="0">
                <a:solidFill>
                  <a:srgbClr val="800000"/>
                </a:solidFill>
              </a:rPr>
              <a:t>1. </a:t>
            </a:r>
            <a:r>
              <a:rPr lang="en-US" sz="2400" i="1" dirty="0" err="1">
                <a:solidFill>
                  <a:srgbClr val="800000"/>
                </a:solidFill>
              </a:rPr>
              <a:t>Циклическое</a:t>
            </a:r>
            <a:r>
              <a:rPr lang="en-US" sz="2400" i="1" dirty="0">
                <a:solidFill>
                  <a:srgbClr val="800000"/>
                </a:solidFill>
              </a:rPr>
              <a:t> </a:t>
            </a:r>
            <a:r>
              <a:rPr lang="en-US" sz="2400" i="1" dirty="0" err="1">
                <a:solidFill>
                  <a:srgbClr val="800000"/>
                </a:solidFill>
              </a:rPr>
              <a:t>планирование</a:t>
            </a:r>
            <a:r>
              <a:rPr lang="en-US" sz="2400" i="1" dirty="0">
                <a:solidFill>
                  <a:srgbClr val="800000"/>
                </a:solidFill>
              </a:rPr>
              <a:t> (</a:t>
            </a:r>
            <a:r>
              <a:rPr lang="en-US" sz="2400" i="1" dirty="0" err="1">
                <a:solidFill>
                  <a:srgbClr val="800000"/>
                </a:solidFill>
              </a:rPr>
              <a:t>квантование</a:t>
            </a:r>
            <a:r>
              <a:rPr lang="en-US" sz="2400" i="1" dirty="0">
                <a:solidFill>
                  <a:srgbClr val="800000"/>
                </a:solidFill>
              </a:rPr>
              <a:t>)</a:t>
            </a:r>
          </a:p>
        </p:txBody>
      </p:sp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2498929035"/>
              </p:ext>
            </p:extLst>
          </p:nvPr>
        </p:nvGraphicFramePr>
        <p:xfrm>
          <a:off x="1619672" y="692696"/>
          <a:ext cx="6264696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Graphic spid="10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Содержимое 2"/>
          <p:cNvSpPr>
            <a:spLocks noGrp="1"/>
          </p:cNvSpPr>
          <p:nvPr>
            <p:ph idx="4294967295"/>
          </p:nvPr>
        </p:nvSpPr>
        <p:spPr>
          <a:xfrm>
            <a:off x="1644650" y="214313"/>
            <a:ext cx="7499350" cy="695325"/>
          </a:xfrm>
        </p:spPr>
        <p:txBody>
          <a:bodyPr/>
          <a:lstStyle/>
          <a:p>
            <a:pPr>
              <a:buNone/>
            </a:pPr>
            <a:r>
              <a:rPr lang="ru-RU" sz="2400" i="1" dirty="0">
                <a:solidFill>
                  <a:srgbClr val="800000"/>
                </a:solidFill>
                <a:latin typeface="Arial" charset="0"/>
              </a:rPr>
              <a:t>2.Приоритетное планирование</a:t>
            </a:r>
          </a:p>
          <a:p>
            <a:endParaRPr lang="ru-RU" sz="2400" i="1" dirty="0">
              <a:solidFill>
                <a:srgbClr val="800000"/>
              </a:solidFill>
              <a:latin typeface="Arial" charset="0"/>
            </a:endParaRPr>
          </a:p>
        </p:txBody>
      </p:sp>
      <p:pic>
        <p:nvPicPr>
          <p:cNvPr id="31748" name="Picture 2" descr="C:\Documents and Settings\Администратор\Рабочий стол\4-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785794"/>
            <a:ext cx="5429250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Содержимое 2"/>
          <p:cNvSpPr txBox="1">
            <a:spLocks/>
          </p:cNvSpPr>
          <p:nvPr/>
        </p:nvSpPr>
        <p:spPr bwMode="auto">
          <a:xfrm>
            <a:off x="1259632" y="4941168"/>
            <a:ext cx="74993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5125" marR="0" lvl="0" indent="-28257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971600" y="1052736"/>
            <a:ext cx="7498080" cy="1143000"/>
          </a:xfrm>
        </p:spPr>
        <p:txBody>
          <a:bodyPr>
            <a:normAutofit fontScale="90000"/>
          </a:bodyPr>
          <a:lstStyle/>
          <a:p>
            <a:pPr lvl="0"/>
            <a:r>
              <a:rPr lang="ru-RU" sz="3100" i="1" dirty="0">
                <a:solidFill>
                  <a:srgbClr val="800000"/>
                </a:solidFill>
                <a:latin typeface="Arial" charset="0"/>
                <a:ea typeface="+mn-ea"/>
                <a:cs typeface="+mn-cs"/>
              </a:rPr>
              <a:t>4.Гарантированное планирование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340496382"/>
              </p:ext>
            </p:extLst>
          </p:nvPr>
        </p:nvGraphicFramePr>
        <p:xfrm>
          <a:off x="971600" y="2170832"/>
          <a:ext cx="7920880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1599" y="3789040"/>
            <a:ext cx="784887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i="1" u="sng" dirty="0">
                <a:solidFill>
                  <a:schemeClr val="accent3">
                    <a:lumMod val="50000"/>
                  </a:schemeClr>
                </a:solidFill>
              </a:rPr>
              <a:t>Суть алгоритма</a:t>
            </a:r>
          </a:p>
          <a:p>
            <a:r>
              <a:rPr lang="ru-RU" dirty="0"/>
              <a:t>Необходимо отслеживать, сколько процессорного времени затрачено на каждый процесс с момента его создания. Затем вычисляют  отношение  времени, фактически полученного процессом к количеству  времени, на которое он имел право. </a:t>
            </a:r>
          </a:p>
          <a:p>
            <a:r>
              <a:rPr lang="ru-RU" dirty="0"/>
              <a:t>На выполнение выбирается процесс с наименьшим отношением, который будет работать до тех пор, пока его соотношение не превысит соотношение его ближайшего конкурента.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07096" y="116632"/>
            <a:ext cx="8136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125" marR="0" lvl="0" indent="-282575" defTabSz="914400" eaLnBrk="0" latinLnBrk="0" hangingPunc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tabLst/>
              <a:defRPr/>
            </a:pPr>
            <a:r>
              <a:rPr lang="ru-RU" sz="2800" i="1" dirty="0">
                <a:solidFill>
                  <a:srgbClr val="800000"/>
                </a:solidFill>
              </a:rPr>
              <a:t>3. Самый короткий процесс - следующий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8866232" cy="1143000"/>
          </a:xfrm>
        </p:spPr>
        <p:txBody>
          <a:bodyPr>
            <a:normAutofit/>
          </a:bodyPr>
          <a:lstStyle/>
          <a:p>
            <a:r>
              <a:rPr lang="ru-RU" sz="3200" i="1" dirty="0">
                <a:latin typeface="Arial"/>
                <a:cs typeface="Arial"/>
              </a:rPr>
              <a:t>5. Лотерейное планирование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776"/>
            <a:ext cx="2984500" cy="3175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419872" y="119675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Основная идея состоит в раздаче процессам лотерейных билетов на доступ к различным системным ресурсам, в том числе и к процессорному времени. Когда планировщику нужно принимать решение, в случайном порядке выбирается лотерейный билет, и ресурс отдается процессу, обладающему этим билетом. Применительно к планированию процессорного времени система может проводить лотерейный розыгрыш 50 раз в секунду, и каждый победитель будет получать в качестве приза 20 </a:t>
            </a:r>
            <a:r>
              <a:rPr lang="ru-RU" dirty="0" err="1"/>
              <a:t>мс</a:t>
            </a:r>
            <a:r>
              <a:rPr lang="ru-RU" dirty="0"/>
              <a:t> процессорного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390453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i="1" dirty="0"/>
              <a:t>6. Справедливое планирование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124744"/>
            <a:ext cx="3289300" cy="24638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87624" y="1412776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Некоторые системы перед планированием работы процесса берут в расчет, кто является его владельцем. В этой модели каждому пользователю распределяется некоторая доля процессорного времени и планировщик выбирает процессы, соблюдая это распределение. Таким образом, если каждому из двух пользователей было обещано по 50% процессорного времени, то они его получат, независимо от количества имеющихся у них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2677880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dirty="0">
                <a:solidFill>
                  <a:schemeClr val="tx2">
                    <a:satMod val="130000"/>
                  </a:schemeClr>
                </a:solidFill>
              </a:rPr>
              <a:t>Планирование в системах реального времени</a:t>
            </a:r>
            <a:br>
              <a:rPr lang="ru-RU" dirty="0">
                <a:solidFill>
                  <a:schemeClr val="tx2">
                    <a:satMod val="130000"/>
                  </a:schemeClr>
                </a:solidFill>
              </a:rPr>
            </a:br>
            <a:endParaRPr lang="ru-RU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750" y="1143000"/>
            <a:ext cx="7499350" cy="1266825"/>
          </a:xfrm>
        </p:spPr>
        <p:txBody>
          <a:bodyPr>
            <a:normAutofit fontScale="70000" lnSpcReduction="2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i="1" dirty="0"/>
              <a:t>Критерий эффективности  – способность системы выдерживать заранее заданные интервалы времени между запуском программы и получением результата (реактивность системы).</a:t>
            </a:r>
          </a:p>
        </p:txBody>
      </p:sp>
      <p:graphicFrame>
        <p:nvGraphicFramePr>
          <p:cNvPr id="4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591944"/>
              </p:ext>
            </p:extLst>
          </p:nvPr>
        </p:nvGraphicFramePr>
        <p:xfrm>
          <a:off x="1187624" y="2060848"/>
          <a:ext cx="7499350" cy="4214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одержимое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276105"/>
              </p:ext>
            </p:extLst>
          </p:nvPr>
        </p:nvGraphicFramePr>
        <p:xfrm>
          <a:off x="1011692" y="-10016"/>
          <a:ext cx="8132308" cy="3689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Содержимое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198864"/>
              </p:ext>
            </p:extLst>
          </p:nvPr>
        </p:nvGraphicFramePr>
        <p:xfrm>
          <a:off x="1017018" y="3694250"/>
          <a:ext cx="8132308" cy="3689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7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2976" y="214290"/>
            <a:ext cx="7499350" cy="4800600"/>
          </a:xfrm>
        </p:spPr>
        <p:txBody>
          <a:bodyPr/>
          <a:lstStyle/>
          <a:p>
            <a:pPr>
              <a:buNone/>
            </a:pPr>
            <a:r>
              <a:rPr lang="ru-RU" sz="2000" dirty="0"/>
              <a:t>      </a:t>
            </a:r>
            <a:r>
              <a:rPr lang="en-US" sz="2000" dirty="0"/>
              <a:t>T</a:t>
            </a:r>
            <a:r>
              <a:rPr lang="en-US" sz="2000" i="1" baseline="-25000" dirty="0"/>
              <a:t>i     </a:t>
            </a:r>
            <a:r>
              <a:rPr lang="en-US" sz="2000" i="1" dirty="0"/>
              <a:t>- </a:t>
            </a:r>
            <a:r>
              <a:rPr lang="ru-RU" sz="2000" i="1" dirty="0"/>
              <a:t>периодический набор задач</a:t>
            </a:r>
          </a:p>
          <a:p>
            <a:pPr>
              <a:buNone/>
            </a:pPr>
            <a:r>
              <a:rPr lang="ru-RU" sz="2000" i="1" dirty="0"/>
              <a:t>      </a:t>
            </a:r>
            <a:r>
              <a:rPr lang="en-US" sz="2000" dirty="0"/>
              <a:t>p</a:t>
            </a:r>
            <a:r>
              <a:rPr lang="en-US" sz="2000" i="1" baseline="-25000" dirty="0"/>
              <a:t>i </a:t>
            </a:r>
            <a:r>
              <a:rPr lang="en-US" sz="2000" i="1" dirty="0"/>
              <a:t>   - </a:t>
            </a:r>
            <a:r>
              <a:rPr lang="ru-RU" sz="2000" i="1" dirty="0"/>
              <a:t>периоды</a:t>
            </a:r>
          </a:p>
          <a:p>
            <a:pPr>
              <a:buNone/>
            </a:pPr>
            <a:r>
              <a:rPr lang="ru-RU" sz="2000" dirty="0"/>
              <a:t>      </a:t>
            </a:r>
            <a:r>
              <a:rPr lang="en-US" sz="2000" dirty="0"/>
              <a:t>d</a:t>
            </a:r>
            <a:r>
              <a:rPr lang="en-US" sz="2000" i="1" baseline="-25000" dirty="0"/>
              <a:t>i </a:t>
            </a:r>
            <a:r>
              <a:rPr lang="en-US" sz="2000" i="1" dirty="0"/>
              <a:t> -  </a:t>
            </a:r>
            <a:r>
              <a:rPr lang="ru-RU" sz="2000" i="1" dirty="0"/>
              <a:t>предельные сроки</a:t>
            </a:r>
          </a:p>
          <a:p>
            <a:pPr>
              <a:buNone/>
            </a:pPr>
            <a:r>
              <a:rPr lang="ru-RU" sz="2000" dirty="0"/>
              <a:t>      с</a:t>
            </a:r>
            <a:r>
              <a:rPr lang="en-US" sz="2000" i="1" baseline="-25000" dirty="0"/>
              <a:t>i </a:t>
            </a:r>
            <a:r>
              <a:rPr lang="ru-RU" sz="2000" i="1" baseline="-25000" dirty="0"/>
              <a:t> </a:t>
            </a:r>
            <a:r>
              <a:rPr lang="ru-RU" sz="2000" i="1" dirty="0"/>
              <a:t> -  требования  к времени выполнения</a:t>
            </a:r>
            <a:r>
              <a:rPr lang="ru-RU" sz="2000" i="1" baseline="-25000" dirty="0"/>
              <a:t>  </a:t>
            </a:r>
          </a:p>
          <a:p>
            <a:pPr>
              <a:spcBef>
                <a:spcPts val="0"/>
              </a:spcBef>
              <a:buNone/>
            </a:pPr>
            <a:r>
              <a:rPr lang="ru-RU" sz="2800" i="1" baseline="-25000" dirty="0"/>
              <a:t>      </a:t>
            </a:r>
            <a:r>
              <a:rPr lang="ru-RU" sz="2800" i="1" baseline="-25000" dirty="0" err="1"/>
              <a:t>μ </a:t>
            </a:r>
            <a:r>
              <a:rPr lang="ru-RU" sz="2800" i="1" baseline="-25000" dirty="0"/>
              <a:t>– коэффициент использования процессора</a:t>
            </a:r>
            <a:endParaRPr lang="en-US" sz="2800" i="1" baseline="-25000" dirty="0"/>
          </a:p>
          <a:p>
            <a:pPr>
              <a:spcBef>
                <a:spcPts val="0"/>
              </a:spcBef>
              <a:buNone/>
            </a:pPr>
            <a:endParaRPr lang="ru-RU" sz="2800" i="1" baseline="-25000" dirty="0"/>
          </a:p>
          <a:p>
            <a:pPr>
              <a:spcBef>
                <a:spcPts val="0"/>
              </a:spcBef>
              <a:buNone/>
            </a:pPr>
            <a:r>
              <a:rPr lang="en-US" sz="2000" i="1" dirty="0"/>
              <a:t>    </a:t>
            </a:r>
            <a:r>
              <a:rPr lang="ru-RU" sz="2000" i="1" dirty="0" err="1"/>
              <a:t>μ</a:t>
            </a:r>
            <a:r>
              <a:rPr lang="en-US" sz="2000" i="1" baseline="-25000" dirty="0"/>
              <a:t>i  </a:t>
            </a:r>
            <a:r>
              <a:rPr lang="en-US" sz="2000" i="1" dirty="0"/>
              <a:t>= </a:t>
            </a:r>
            <a:r>
              <a:rPr lang="ru-RU" sz="2000" dirty="0"/>
              <a:t>с</a:t>
            </a:r>
            <a:r>
              <a:rPr lang="en-US" sz="2000" i="1" baseline="-25000" dirty="0"/>
              <a:t>i  </a:t>
            </a:r>
            <a:r>
              <a:rPr lang="en-US" sz="2000" i="1" dirty="0"/>
              <a:t>/</a:t>
            </a:r>
            <a:r>
              <a:rPr lang="ru-RU" sz="2000" i="1" dirty="0"/>
              <a:t> </a:t>
            </a:r>
            <a:r>
              <a:rPr lang="en-US" sz="2000" dirty="0"/>
              <a:t>p</a:t>
            </a:r>
            <a:r>
              <a:rPr lang="en-US" sz="2000" i="1" baseline="-25000" dirty="0"/>
              <a:t>i</a:t>
            </a:r>
            <a:endParaRPr lang="ru-RU" sz="2000" i="1" dirty="0"/>
          </a:p>
          <a:p>
            <a:pPr>
              <a:spcBef>
                <a:spcPts val="0"/>
              </a:spcBef>
              <a:buNone/>
            </a:pPr>
            <a:r>
              <a:rPr lang="ru-RU" sz="2800" i="1" baseline="-25000" dirty="0"/>
              <a:t>Необходимое условие существования расписания:</a:t>
            </a:r>
          </a:p>
          <a:p>
            <a:pPr>
              <a:spcBef>
                <a:spcPts val="0"/>
              </a:spcBef>
              <a:buNone/>
            </a:pPr>
            <a:endParaRPr lang="en-US" sz="2800" dirty="0"/>
          </a:p>
          <a:p>
            <a:pPr>
              <a:spcBef>
                <a:spcPts val="0"/>
              </a:spcBef>
              <a:buNone/>
            </a:pPr>
            <a:r>
              <a:rPr lang="en-US" sz="2800" i="1" dirty="0"/>
              <a:t>               </a:t>
            </a:r>
            <a:r>
              <a:rPr lang="ru-RU" sz="2800" i="1" dirty="0" err="1"/>
              <a:t>μ</a:t>
            </a:r>
            <a:r>
              <a:rPr lang="en-US" sz="2800" i="1" dirty="0"/>
              <a:t> =∑</a:t>
            </a:r>
            <a:r>
              <a:rPr lang="ru-RU" sz="2800" dirty="0"/>
              <a:t> с</a:t>
            </a:r>
            <a:r>
              <a:rPr lang="en-US" sz="2800" i="1" baseline="-25000" dirty="0"/>
              <a:t>i  </a:t>
            </a:r>
            <a:r>
              <a:rPr lang="en-US" sz="2800" i="1" dirty="0"/>
              <a:t>/</a:t>
            </a:r>
            <a:r>
              <a:rPr lang="ru-RU" sz="2800" i="1" dirty="0"/>
              <a:t> </a:t>
            </a:r>
            <a:r>
              <a:rPr lang="en-US" sz="2800" dirty="0"/>
              <a:t>p</a:t>
            </a:r>
            <a:r>
              <a:rPr lang="en-US" sz="2800" i="1" baseline="-25000" dirty="0"/>
              <a:t>i </a:t>
            </a:r>
            <a:r>
              <a:rPr lang="en-US" sz="2800" i="1" dirty="0"/>
              <a:t>≤ k</a:t>
            </a:r>
            <a:r>
              <a:rPr lang="ru-RU" sz="2800" i="1" dirty="0"/>
              <a:t>,</a:t>
            </a:r>
          </a:p>
          <a:p>
            <a:pPr>
              <a:spcBef>
                <a:spcPts val="0"/>
              </a:spcBef>
              <a:buNone/>
            </a:pPr>
            <a:r>
              <a:rPr lang="ru-RU" sz="2800" i="1" baseline="-25000" dirty="0"/>
              <a:t>где </a:t>
            </a:r>
            <a:r>
              <a:rPr lang="en-US" sz="2800" i="1" baseline="-25000" dirty="0"/>
              <a:t>k </a:t>
            </a:r>
            <a:r>
              <a:rPr lang="ru-RU" sz="2800" i="1" baseline="-25000" dirty="0"/>
              <a:t>- количество доступных процессоров.</a:t>
            </a:r>
          </a:p>
        </p:txBody>
      </p:sp>
      <p:sp>
        <p:nvSpPr>
          <p:cNvPr id="4" name="Левая фигурная скобка 3"/>
          <p:cNvSpPr/>
          <p:nvPr/>
        </p:nvSpPr>
        <p:spPr>
          <a:xfrm>
            <a:off x="1500166" y="214290"/>
            <a:ext cx="142876" cy="35719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1785918" y="214290"/>
            <a:ext cx="142876" cy="35719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solidFill>
                  <a:srgbClr val="4F81BD"/>
                </a:solidFill>
              </a:rPr>
              <a:t>Алгоритм Лью - </a:t>
            </a:r>
            <a:r>
              <a:rPr lang="ru-RU" sz="3200" dirty="0" err="1">
                <a:solidFill>
                  <a:srgbClr val="4F81BD"/>
                </a:solidFill>
              </a:rPr>
              <a:t>Лейланда</a:t>
            </a:r>
            <a:endParaRPr lang="ru-RU" sz="3200" dirty="0">
              <a:solidFill>
                <a:srgbClr val="4F81BD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sz="1600" dirty="0"/>
              <a:t>       Классический алгоритм для жестких систем реального времени с одним процессором.</a:t>
            </a:r>
          </a:p>
          <a:p>
            <a:pPr>
              <a:buNone/>
            </a:pPr>
            <a:r>
              <a:rPr lang="ru-RU" sz="1600" dirty="0"/>
              <a:t>Алгоритм основан на следующих предположениях:</a:t>
            </a:r>
          </a:p>
          <a:p>
            <a:pPr>
              <a:buFont typeface="Wingdings" pitchFamily="2" charset="2"/>
              <a:buChar char="q"/>
            </a:pPr>
            <a:r>
              <a:rPr lang="ru-RU" sz="1600" dirty="0"/>
              <a:t>Запросы на выполнение всех задач набора, имеющих жесткие ограничения на время реакции, являются периодическими.</a:t>
            </a:r>
          </a:p>
          <a:p>
            <a:pPr>
              <a:buFont typeface="Wingdings" pitchFamily="2" charset="2"/>
              <a:buChar char="q"/>
            </a:pPr>
            <a:r>
              <a:rPr lang="ru-RU" sz="1600" dirty="0"/>
              <a:t>Все задачи независимы.</a:t>
            </a:r>
          </a:p>
          <a:p>
            <a:pPr>
              <a:buFont typeface="Wingdings" pitchFamily="2" charset="2"/>
              <a:buChar char="q"/>
            </a:pPr>
            <a:r>
              <a:rPr lang="ru-RU" sz="1600" dirty="0"/>
              <a:t>Срок выполнения задачи равен ее периоду.</a:t>
            </a:r>
          </a:p>
          <a:p>
            <a:pPr>
              <a:buFont typeface="Wingdings" pitchFamily="2" charset="2"/>
              <a:buChar char="q"/>
            </a:pPr>
            <a:r>
              <a:rPr lang="ru-RU" sz="1600" dirty="0"/>
              <a:t>Максимальное время выполнения каждой задачи с</a:t>
            </a:r>
            <a:r>
              <a:rPr lang="en-US" sz="1600" i="1" baseline="-25000" dirty="0"/>
              <a:t>i</a:t>
            </a:r>
            <a:r>
              <a:rPr lang="ru-RU" sz="1600" dirty="0"/>
              <a:t> известно и постоянно.</a:t>
            </a:r>
          </a:p>
          <a:p>
            <a:pPr>
              <a:buFont typeface="Wingdings" pitchFamily="2" charset="2"/>
              <a:buChar char="q"/>
            </a:pPr>
            <a:r>
              <a:rPr lang="ru-RU" sz="1600" dirty="0"/>
              <a:t>Время переключения контекста можно игнорировать.</a:t>
            </a:r>
          </a:p>
          <a:p>
            <a:pPr>
              <a:buFont typeface="Wingdings" pitchFamily="2" charset="2"/>
              <a:buChar char="q"/>
            </a:pPr>
            <a:r>
              <a:rPr lang="ru-RU" sz="1600" dirty="0"/>
              <a:t>Максимальный суммарный коэффициент загрузки процессора </a:t>
            </a:r>
            <a:r>
              <a:rPr lang="en-US" sz="1600" i="1" dirty="0"/>
              <a:t>∑</a:t>
            </a:r>
            <a:r>
              <a:rPr lang="ru-RU" sz="1600" dirty="0"/>
              <a:t> с</a:t>
            </a:r>
            <a:r>
              <a:rPr lang="en-US" sz="1600" baseline="-25000" dirty="0"/>
              <a:t>i  </a:t>
            </a:r>
            <a:r>
              <a:rPr lang="en-US" sz="1600" dirty="0"/>
              <a:t>/</a:t>
            </a:r>
            <a:r>
              <a:rPr lang="ru-RU" sz="1600" dirty="0"/>
              <a:t> </a:t>
            </a:r>
            <a:r>
              <a:rPr lang="en-US" sz="1600" dirty="0"/>
              <a:t>p</a:t>
            </a:r>
            <a:r>
              <a:rPr lang="en-US" sz="1600" baseline="-25000" dirty="0"/>
              <a:t>i </a:t>
            </a:r>
            <a:r>
              <a:rPr lang="en-US" sz="1600" dirty="0"/>
              <a:t>≤ n(2</a:t>
            </a:r>
            <a:r>
              <a:rPr lang="en-US" sz="1600" baseline="30000" dirty="0"/>
              <a:t>1/n</a:t>
            </a:r>
            <a:r>
              <a:rPr lang="en-US" sz="1600" dirty="0"/>
              <a:t> -1)</a:t>
            </a:r>
            <a:r>
              <a:rPr lang="ru-RU" sz="1600" dirty="0"/>
              <a:t>, где </a:t>
            </a:r>
            <a:r>
              <a:rPr lang="en-US" sz="1600" dirty="0"/>
              <a:t>n </a:t>
            </a:r>
            <a:r>
              <a:rPr lang="ru-RU" sz="1600" dirty="0"/>
              <a:t>– число задач.</a:t>
            </a:r>
          </a:p>
          <a:p>
            <a:pPr>
              <a:buNone/>
            </a:pPr>
            <a:r>
              <a:rPr lang="ru-RU" sz="1600" dirty="0"/>
              <a:t>     </a:t>
            </a:r>
            <a:r>
              <a:rPr lang="ru-RU" sz="2400" dirty="0">
                <a:solidFill>
                  <a:srgbClr val="611617"/>
                </a:solidFill>
              </a:rPr>
              <a:t>  </a:t>
            </a:r>
            <a:r>
              <a:rPr lang="ru-RU" sz="2400" b="1" u="sng" dirty="0">
                <a:solidFill>
                  <a:srgbClr val="611617"/>
                </a:solidFill>
              </a:rPr>
              <a:t>Суть алгоритма</a:t>
            </a:r>
            <a:r>
              <a:rPr lang="ru-RU" sz="2000" b="1" dirty="0"/>
              <a:t>:  </a:t>
            </a:r>
            <a:r>
              <a:rPr lang="ru-RU" sz="2000" dirty="0"/>
              <a:t>задача с самым коротким периодом получает наивысший приоритет, задача с наибольшим периодом получает наименьший приоритет</a:t>
            </a:r>
            <a:r>
              <a:rPr lang="ru-RU" sz="16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звание 3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/>
          <a:lstStyle/>
          <a:p>
            <a:pPr algn="l"/>
            <a:r>
              <a:rPr lang="ru-RU" dirty="0"/>
              <a:t>Лекция № 6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611560" y="2780928"/>
            <a:ext cx="7406640" cy="1752600"/>
          </a:xfrm>
        </p:spPr>
        <p:txBody>
          <a:bodyPr/>
          <a:lstStyle/>
          <a:p>
            <a:pPr algn="l"/>
            <a:r>
              <a:rPr lang="ru-RU" sz="4400" b="1" dirty="0">
                <a:solidFill>
                  <a:srgbClr val="1F497D"/>
                </a:solidFill>
              </a:rPr>
              <a:t>Синхронизация процессов  и потоков</a:t>
            </a:r>
          </a:p>
        </p:txBody>
      </p:sp>
    </p:spTree>
    <p:extLst>
      <p:ext uri="{BB962C8B-B14F-4D97-AF65-F5344CB8AC3E}">
        <p14:creationId xmlns:p14="http://schemas.microsoft.com/office/powerpoint/2010/main" val="30276774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err="1">
                <a:solidFill>
                  <a:schemeClr val="tx2">
                    <a:satMod val="130000"/>
                  </a:schemeClr>
                </a:solidFill>
              </a:rPr>
              <a:t>Межпроцессное</a:t>
            </a:r>
            <a:r>
              <a:rPr lang="ru-RU" sz="4000" b="1" dirty="0">
                <a:solidFill>
                  <a:schemeClr val="tx2">
                    <a:satMod val="130000"/>
                  </a:schemeClr>
                </a:solidFill>
              </a:rPr>
              <a:t> взаимодействие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4525963"/>
          </a:xfrm>
        </p:spPr>
        <p:txBody>
          <a:bodyPr>
            <a:normAutofit/>
          </a:bodyPr>
          <a:lstStyle/>
          <a:p>
            <a:pPr marL="539496" indent="-457200" eaLnBrk="1" fontAlgn="auto" hangingPunct="1">
              <a:spcAft>
                <a:spcPts val="0"/>
              </a:spcAft>
              <a:buClr>
                <a:srgbClr val="FF0000"/>
              </a:buClr>
              <a:buSzPct val="200000"/>
              <a:buFont typeface="Wingdings" charset="2"/>
              <a:buChar char="ü"/>
              <a:defRPr/>
            </a:pPr>
            <a:r>
              <a:rPr lang="ru-RU" dirty="0"/>
              <a:t>согласование действий процессов</a:t>
            </a:r>
            <a:endParaRPr lang="en-US" dirty="0"/>
          </a:p>
          <a:p>
            <a:pPr marL="539496" indent="-457200" eaLnBrk="1" fontAlgn="auto" hangingPunct="1">
              <a:spcAft>
                <a:spcPts val="0"/>
              </a:spcAft>
              <a:buClr>
                <a:srgbClr val="FF0000"/>
              </a:buClr>
              <a:buSzPct val="200000"/>
              <a:buFont typeface="Wingdings" charset="2"/>
              <a:buChar char="ü"/>
              <a:defRPr/>
            </a:pPr>
            <a:endParaRPr lang="ru-RU" dirty="0"/>
          </a:p>
          <a:p>
            <a:pPr marL="539496" indent="-457200" eaLnBrk="1" fontAlgn="auto" hangingPunct="1">
              <a:spcAft>
                <a:spcPts val="0"/>
              </a:spcAft>
              <a:buClr>
                <a:srgbClr val="FF0000"/>
              </a:buClr>
              <a:buSzPct val="200000"/>
              <a:buFont typeface="Wingdings" charset="2"/>
              <a:buChar char="ü"/>
              <a:defRPr/>
            </a:pPr>
            <a:r>
              <a:rPr lang="ru-RU" dirty="0"/>
              <a:t>передача информации от одного </a:t>
            </a:r>
            <a:r>
              <a:rPr lang="en-US" dirty="0"/>
              <a:t>   </a:t>
            </a:r>
            <a:r>
              <a:rPr lang="ru-RU" dirty="0"/>
              <a:t>процесса</a:t>
            </a:r>
            <a:r>
              <a:rPr lang="en-US" dirty="0"/>
              <a:t>            </a:t>
            </a:r>
            <a:r>
              <a:rPr lang="ru-RU" dirty="0"/>
              <a:t>другому</a:t>
            </a:r>
            <a:endParaRPr lang="en-US" dirty="0"/>
          </a:p>
          <a:p>
            <a:pPr marL="539496" indent="-457200" eaLnBrk="1" fontAlgn="auto" hangingPunct="1">
              <a:spcAft>
                <a:spcPts val="0"/>
              </a:spcAft>
              <a:buClr>
                <a:srgbClr val="FF0000"/>
              </a:buClr>
              <a:buSzPct val="200000"/>
              <a:buFont typeface="Wingdings" charset="2"/>
              <a:buChar char="ü"/>
              <a:defRPr/>
            </a:pPr>
            <a:endParaRPr lang="ru-RU" dirty="0"/>
          </a:p>
          <a:p>
            <a:pPr marL="539496" indent="-457200" eaLnBrk="1" fontAlgn="auto" hangingPunct="1">
              <a:spcAft>
                <a:spcPts val="0"/>
              </a:spcAft>
              <a:buClr>
                <a:srgbClr val="FF0000"/>
              </a:buClr>
              <a:buSzPct val="200000"/>
              <a:buFont typeface="Wingdings" charset="2"/>
              <a:buChar char="ü"/>
              <a:defRPr/>
            </a:pPr>
            <a:r>
              <a:rPr lang="ru-RU" dirty="0"/>
              <a:t>контроль над деятельностью процессов</a:t>
            </a:r>
          </a:p>
          <a:p>
            <a:pPr marL="82296" indent="0" eaLnBrk="1" fontAlgn="auto" hangingPunct="1">
              <a:spcAft>
                <a:spcPts val="0"/>
              </a:spcAft>
              <a:buClr>
                <a:srgbClr val="FF0000"/>
              </a:buClr>
              <a:buSzPct val="200000"/>
              <a:buNone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одержимое 1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14133806"/>
              </p:ext>
            </p:extLst>
          </p:nvPr>
        </p:nvGraphicFramePr>
        <p:xfrm>
          <a:off x="584571" y="95521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1413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499350" cy="1143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ru-RU" sz="3600" b="1" dirty="0">
                <a:solidFill>
                  <a:schemeClr val="tx2">
                    <a:satMod val="130000"/>
                  </a:schemeClr>
                </a:solidFill>
              </a:rPr>
              <a:t>Гонки (взаимные состязания)</a:t>
            </a:r>
            <a:br>
              <a:rPr lang="ru-RU" sz="3600" b="1" dirty="0">
                <a:solidFill>
                  <a:schemeClr val="tx2">
                    <a:satMod val="130000"/>
                  </a:schemeClr>
                </a:solidFill>
              </a:rPr>
            </a:br>
            <a:br>
              <a:rPr lang="ru-RU" sz="3600" b="1" dirty="0">
                <a:solidFill>
                  <a:schemeClr val="tx2">
                    <a:satMod val="130000"/>
                  </a:schemeClr>
                </a:solidFill>
              </a:rPr>
            </a:br>
            <a:endParaRPr lang="ru-RU" sz="3600" b="1" dirty="0">
              <a:solidFill>
                <a:schemeClr val="tx2">
                  <a:satMod val="130000"/>
                </a:schemeClr>
              </a:solidFill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700808"/>
            <a:ext cx="8426450" cy="2463800"/>
          </a:xfrm>
          <a:prstGeom prst="rect">
            <a:avLst/>
          </a:prstGeom>
        </p:spPr>
      </p:pic>
      <p:graphicFrame>
        <p:nvGraphicFramePr>
          <p:cNvPr id="3" name="Содержимое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239772"/>
              </p:ext>
            </p:extLst>
          </p:nvPr>
        </p:nvGraphicFramePr>
        <p:xfrm>
          <a:off x="179512" y="654945"/>
          <a:ext cx="8964488" cy="901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9672" y="4178300"/>
            <a:ext cx="5962650" cy="2679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576" y="4293096"/>
            <a:ext cx="351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576" y="5157192"/>
            <a:ext cx="336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F497D"/>
                </a:solidFill>
              </a:rPr>
              <a:t>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76" y="6093296"/>
            <a:ext cx="338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F497D"/>
                </a:solidFill>
              </a:rPr>
              <a:t>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11" grpId="0"/>
      <p:bldP spid="12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63" y="548680"/>
            <a:ext cx="918980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i="1" dirty="0">
                <a:solidFill>
                  <a:srgbClr val="FF0000"/>
                </a:solidFill>
              </a:rPr>
              <a:t>Критическая секция </a:t>
            </a:r>
            <a:r>
              <a:rPr lang="ru-RU" dirty="0"/>
              <a:t>– это часть программы, результат выполнения которой</a:t>
            </a:r>
          </a:p>
          <a:p>
            <a:r>
              <a:rPr lang="ru-RU" dirty="0"/>
              <a:t> может непредсказуемо меняться, если переменные, относящиеся к этой части</a:t>
            </a:r>
          </a:p>
          <a:p>
            <a:r>
              <a:rPr lang="ru-RU" dirty="0"/>
              <a:t> программы, изменяются другими потоками в то время, пока выполнение этой</a:t>
            </a:r>
          </a:p>
          <a:p>
            <a:r>
              <a:rPr lang="ru-RU" dirty="0"/>
              <a:t> части еще не завершено.</a:t>
            </a:r>
          </a:p>
          <a:p>
            <a:endParaRPr lang="ru-RU" dirty="0"/>
          </a:p>
          <a:p>
            <a:r>
              <a:rPr lang="ru-RU" dirty="0"/>
              <a:t>Критическая секция всегда определяется по отношению к определенным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критическим данным</a:t>
            </a:r>
            <a:r>
              <a:rPr lang="ru-RU" dirty="0"/>
              <a:t>, при несогласованном изменении которых могут </a:t>
            </a:r>
          </a:p>
          <a:p>
            <a:r>
              <a:rPr lang="ru-RU" dirty="0"/>
              <a:t>возникнуть нежелательные эффекты.</a:t>
            </a:r>
          </a:p>
          <a:p>
            <a:endParaRPr lang="ru-RU" dirty="0"/>
          </a:p>
          <a:p>
            <a:r>
              <a:rPr lang="ru-RU" sz="2400" i="1" dirty="0">
                <a:solidFill>
                  <a:srgbClr val="FF0000"/>
                </a:solidFill>
              </a:rPr>
              <a:t>Чтобы исключить эффект гонок по отношению к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критическим данным, необходимо обеспечить, чтобы в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каждый момент времени в  критической секции, связанной с </a:t>
            </a:r>
          </a:p>
          <a:p>
            <a:r>
              <a:rPr lang="ru-RU" sz="2400" i="1" dirty="0">
                <a:solidFill>
                  <a:srgbClr val="FF0000"/>
                </a:solidFill>
              </a:rPr>
              <a:t>этими данными, находился только один поток.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58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2">
                    <a:satMod val="130000"/>
                  </a:schemeClr>
                </a:solidFill>
              </a:rPr>
              <a:t>Способы реализации взаимного исключения</a:t>
            </a:r>
          </a:p>
        </p:txBody>
      </p:sp>
      <p:sp>
        <p:nvSpPr>
          <p:cNvPr id="40963" name="Содержимое 2"/>
          <p:cNvSpPr>
            <a:spLocks noGrp="1"/>
          </p:cNvSpPr>
          <p:nvPr>
            <p:ph idx="1"/>
          </p:nvPr>
        </p:nvSpPr>
        <p:spPr>
          <a:xfrm>
            <a:off x="1435100" y="1143000"/>
            <a:ext cx="7499350" cy="1143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ru-RU" sz="2000" dirty="0"/>
              <a:t>1. Запрет прерываний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 sz="2000" dirty="0"/>
              <a:t>2. Блокирующие переменные</a:t>
            </a:r>
          </a:p>
          <a:p>
            <a:pPr eaLnBrk="1" hangingPunct="1"/>
            <a:endParaRPr lang="ru-RU" sz="2000" dirty="0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488" y="2071678"/>
            <a:ext cx="4643437" cy="435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0708"/>
            <a:ext cx="6557645" cy="66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060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476672"/>
            <a:ext cx="7499350" cy="725470"/>
          </a:xfrm>
        </p:spPr>
        <p:txBody>
          <a:bodyPr anchor="ctr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rgbClr val="1F497D"/>
                </a:solidFill>
              </a:rPr>
              <a:t>Семафоры </a:t>
            </a:r>
            <a:r>
              <a:rPr lang="ru-RU" b="1" dirty="0" err="1">
                <a:solidFill>
                  <a:srgbClr val="1F497D"/>
                </a:solidFill>
              </a:rPr>
              <a:t>Дейкстры</a:t>
            </a:r>
            <a:br>
              <a:rPr lang="ru-RU" b="1" dirty="0">
                <a:solidFill>
                  <a:srgbClr val="1F497D"/>
                </a:solidFill>
              </a:rPr>
            </a:br>
            <a:endParaRPr lang="ru-RU" b="1" dirty="0">
              <a:solidFill>
                <a:srgbClr val="1F497D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1419" y="2420888"/>
            <a:ext cx="8758982" cy="5304656"/>
          </a:xfrm>
        </p:spPr>
        <p:txBody>
          <a:bodyPr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ru-RU" sz="2400" dirty="0"/>
              <a:t>Для работы с семафорами определены два примитива: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ru-RU" sz="2400" dirty="0"/>
          </a:p>
          <a:p>
            <a:pPr marL="365760" indent="-283464">
              <a:buFont typeface="Wingdings 2"/>
              <a:buChar char=""/>
              <a:defRPr/>
            </a:pPr>
            <a:r>
              <a:rPr lang="en-US" sz="2400" dirty="0">
                <a:solidFill>
                  <a:srgbClr val="1F497D"/>
                </a:solidFill>
              </a:rPr>
              <a:t> </a:t>
            </a:r>
            <a:r>
              <a:rPr lang="ru-RU" sz="2400" dirty="0" err="1">
                <a:solidFill>
                  <a:srgbClr val="1F497D"/>
                </a:solidFill>
              </a:rPr>
              <a:t>V</a:t>
            </a:r>
            <a:r>
              <a:rPr lang="ru-RU" sz="2400" dirty="0">
                <a:solidFill>
                  <a:srgbClr val="1F497D"/>
                </a:solidFill>
              </a:rPr>
              <a:t>-операция </a:t>
            </a:r>
            <a:r>
              <a:rPr lang="ru-RU" sz="2400" dirty="0"/>
              <a:t>(от голландского </a:t>
            </a:r>
            <a:r>
              <a:rPr lang="ru-RU" sz="2400" dirty="0" err="1"/>
              <a:t>Verhogen</a:t>
            </a:r>
            <a:r>
              <a:rPr lang="ru-RU" sz="2400" dirty="0"/>
              <a:t> – увеличить):</a:t>
            </a:r>
            <a:endParaRPr lang="en-US" sz="2400" dirty="0"/>
          </a:p>
          <a:p>
            <a:pPr marL="82296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V</a:t>
            </a:r>
            <a:r>
              <a:rPr lang="ru-RU" sz="2400" dirty="0"/>
              <a:t>(</a:t>
            </a:r>
            <a:r>
              <a:rPr lang="en-US" sz="2400" dirty="0"/>
              <a:t>S</a:t>
            </a:r>
            <a:r>
              <a:rPr lang="ru-RU" sz="2400" dirty="0"/>
              <a:t>): </a:t>
            </a:r>
            <a:r>
              <a:rPr lang="en-US" sz="2400" dirty="0"/>
              <a:t>S</a:t>
            </a:r>
            <a:r>
              <a:rPr lang="ru-RU" sz="2400" dirty="0"/>
              <a:t>=</a:t>
            </a:r>
            <a:r>
              <a:rPr lang="en-US" sz="2400" dirty="0"/>
              <a:t>S+1</a:t>
            </a:r>
            <a:r>
              <a:rPr lang="ru-RU" sz="2400" dirty="0"/>
              <a:t> единым действием;</a:t>
            </a:r>
          </a:p>
          <a:p>
            <a:pPr marL="82296" indent="0" eaLnBrk="1" fontAlgn="auto" hangingPunct="1">
              <a:spcAft>
                <a:spcPts val="0"/>
              </a:spcAft>
              <a:buNone/>
              <a:defRPr/>
            </a:pPr>
            <a:endParaRPr lang="ru-RU" sz="2400" dirty="0"/>
          </a:p>
          <a:p>
            <a:pPr marL="365760" indent="-283464">
              <a:buFont typeface="Wingdings 2"/>
              <a:buChar char=""/>
              <a:defRPr/>
            </a:pPr>
            <a:r>
              <a:rPr lang="ru-RU" sz="2400" dirty="0">
                <a:solidFill>
                  <a:srgbClr val="1F497D"/>
                </a:solidFill>
              </a:rPr>
              <a:t>Р-операция </a:t>
            </a:r>
            <a:r>
              <a:rPr lang="ru-RU" sz="2400" dirty="0"/>
              <a:t>(от голландского </a:t>
            </a:r>
            <a:r>
              <a:rPr lang="ru-RU" sz="2400" dirty="0" err="1"/>
              <a:t>Proberen</a:t>
            </a:r>
            <a:r>
              <a:rPr lang="ru-RU" sz="2400" dirty="0"/>
              <a:t> – проверить)</a:t>
            </a:r>
          </a:p>
          <a:p>
            <a:pPr marL="82296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/>
              <a:t>P</a:t>
            </a:r>
            <a:r>
              <a:rPr lang="ru-RU" sz="2400" dirty="0"/>
              <a:t>(</a:t>
            </a:r>
            <a:r>
              <a:rPr lang="en-US" sz="2400" dirty="0"/>
              <a:t>S</a:t>
            </a:r>
            <a:r>
              <a:rPr lang="ru-RU" sz="2400" dirty="0"/>
              <a:t>): </a:t>
            </a:r>
            <a:r>
              <a:rPr lang="en-US" sz="2400" dirty="0"/>
              <a:t>S</a:t>
            </a:r>
            <a:r>
              <a:rPr lang="ru-RU" sz="2400" dirty="0"/>
              <a:t>=</a:t>
            </a:r>
            <a:r>
              <a:rPr lang="en-US" sz="2400" dirty="0"/>
              <a:t>S-1</a:t>
            </a:r>
            <a:r>
              <a:rPr lang="ru-RU" sz="2400" dirty="0"/>
              <a:t> , если  возможно; если это     невозможно, то поток,  вызвавший </a:t>
            </a:r>
            <a:r>
              <a:rPr lang="en-US" sz="2400" dirty="0"/>
              <a:t>P</a:t>
            </a:r>
            <a:r>
              <a:rPr lang="ru-RU" sz="2400" dirty="0"/>
              <a:t>(</a:t>
            </a:r>
            <a:r>
              <a:rPr lang="en-US" sz="2400" dirty="0"/>
              <a:t>S</a:t>
            </a:r>
            <a:r>
              <a:rPr lang="ru-RU" sz="2400" dirty="0"/>
              <a:t>) переводится в состояние ожидания.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39552" y="1052736"/>
            <a:ext cx="8424936" cy="12003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ru-RU" sz="2400" i="1" dirty="0">
                <a:solidFill>
                  <a:schemeClr val="accent2"/>
                </a:solidFill>
              </a:rPr>
              <a:t>Семафоры</a:t>
            </a:r>
            <a:r>
              <a:rPr lang="ru-RU" sz="2400" dirty="0"/>
              <a:t> – переменные, которые могут принимать целые неотрицательные значения и используются для синхронизации вычислительных процессов.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404664"/>
            <a:ext cx="7499350" cy="11430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accent1"/>
                </a:solidFill>
              </a:rPr>
              <a:t>Решение классической задачи синхронизации «читатели – писатели» с помощью семафоров</a:t>
            </a:r>
            <a:br>
              <a:rPr lang="ru-RU" sz="2800" b="1" dirty="0">
                <a:solidFill>
                  <a:schemeClr val="accent1"/>
                </a:solidFill>
              </a:rPr>
            </a:br>
            <a:endParaRPr lang="ru-RU" sz="2800" b="1" dirty="0">
              <a:solidFill>
                <a:schemeClr val="accent1"/>
              </a:solidFill>
            </a:endParaRPr>
          </a:p>
        </p:txBody>
      </p:sp>
      <p:sp>
        <p:nvSpPr>
          <p:cNvPr id="43011" name="Содержимое 2"/>
          <p:cNvSpPr>
            <a:spLocks noGrp="1"/>
          </p:cNvSpPr>
          <p:nvPr>
            <p:ph idx="1"/>
          </p:nvPr>
        </p:nvSpPr>
        <p:spPr>
          <a:xfrm>
            <a:off x="1403648" y="1844824"/>
            <a:ext cx="7499350" cy="785812"/>
          </a:xfrm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None/>
              <a:defRPr/>
            </a:pPr>
            <a:r>
              <a:rPr lang="ru-RU" sz="2000" i="1" dirty="0"/>
              <a:t>буферный пул состоит из </a:t>
            </a:r>
            <a:r>
              <a:rPr lang="ru-RU" sz="2000" i="1" dirty="0" err="1"/>
              <a:t>N</a:t>
            </a:r>
            <a:r>
              <a:rPr lang="ru-RU" sz="2000" i="1" dirty="0"/>
              <a:t> буферов</a:t>
            </a:r>
          </a:p>
          <a:p>
            <a:pPr eaLnBrk="1" hangingPunct="1">
              <a:buNone/>
            </a:pPr>
            <a:r>
              <a:rPr lang="ru-RU" sz="2000" dirty="0" err="1"/>
              <a:t>e</a:t>
            </a:r>
            <a:r>
              <a:rPr lang="ru-RU" sz="2000" dirty="0"/>
              <a:t> - число пустых буферов и </a:t>
            </a:r>
            <a:r>
              <a:rPr lang="ru-RU" sz="2000" dirty="0" err="1"/>
              <a:t>f</a:t>
            </a:r>
            <a:r>
              <a:rPr lang="ru-RU" sz="2000" dirty="0"/>
              <a:t> - число заполненных буферов</a:t>
            </a:r>
          </a:p>
          <a:p>
            <a:pPr eaLnBrk="1" hangingPunct="1"/>
            <a:endParaRPr lang="ru-RU" dirty="0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2852936"/>
            <a:ext cx="7000875" cy="364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азвание 4"/>
          <p:cNvSpPr>
            <a:spLocks noGrp="1"/>
          </p:cNvSpPr>
          <p:nvPr>
            <p:ph type="title"/>
          </p:nvPr>
        </p:nvSpPr>
        <p:spPr>
          <a:xfrm>
            <a:off x="251520" y="-2434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1F497D"/>
                </a:solidFill>
              </a:rPr>
              <a:t>Проблема обедающих философов</a:t>
            </a:r>
          </a:p>
        </p:txBody>
      </p:sp>
      <p:pic>
        <p:nvPicPr>
          <p:cNvPr id="4" name="Содержимое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18354" r="-18354"/>
          <a:stretch/>
        </p:blipFill>
        <p:spPr>
          <a:xfrm>
            <a:off x="-252536" y="908720"/>
            <a:ext cx="4444650" cy="3373120"/>
          </a:xfrm>
        </p:spPr>
      </p:pic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591782411"/>
              </p:ext>
            </p:extLst>
          </p:nvPr>
        </p:nvGraphicFramePr>
        <p:xfrm>
          <a:off x="396985" y="5498468"/>
          <a:ext cx="8405847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923928" y="908720"/>
            <a:ext cx="4932040" cy="2800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ü"/>
            </a:pPr>
            <a:r>
              <a:rPr lang="ru-RU" sz="1600" dirty="0"/>
              <a:t>Каждый философ может либо есть, либо размышлять.</a:t>
            </a:r>
          </a:p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ü"/>
            </a:pPr>
            <a:r>
              <a:rPr lang="ru-RU" sz="1600" dirty="0"/>
              <a:t>Подразумевается бесконечный запас спагетти.</a:t>
            </a:r>
          </a:p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ü"/>
            </a:pPr>
            <a:r>
              <a:rPr lang="ru-RU" sz="1600" dirty="0"/>
              <a:t>Философ может есть только тогда, когда держит две вилки — взятую справа и слева.</a:t>
            </a:r>
          </a:p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ü"/>
            </a:pPr>
            <a:r>
              <a:rPr lang="ru-RU" sz="1600" dirty="0"/>
              <a:t>Каждый философ может взять ближайшую вилку (если она доступна), или положить — если он уже держит её. Взятие каждой вилки и возвращение её на стол являются раздельными действиями, которые должны выполняться одно за другим.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861048"/>
            <a:ext cx="25322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2"/>
              </a:buClr>
              <a:buSzPct val="150000"/>
            </a:pPr>
            <a:r>
              <a:rPr lang="ru-RU" sz="2000" b="1" i="1" u="sng" dirty="0">
                <a:solidFill>
                  <a:schemeClr val="accent1">
                    <a:lumMod val="75000"/>
                  </a:schemeClr>
                </a:solidFill>
              </a:rPr>
              <a:t>Проблемы:</a:t>
            </a:r>
          </a:p>
          <a:p>
            <a:pPr>
              <a:buClr>
                <a:schemeClr val="accent2"/>
              </a:buClr>
              <a:buSzPct val="150000"/>
            </a:pPr>
            <a:endParaRPr lang="ru-RU" sz="1600" dirty="0"/>
          </a:p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v"/>
            </a:pPr>
            <a:r>
              <a:rPr lang="ru-RU" sz="1600" dirty="0"/>
              <a:t>взаимная блокировка</a:t>
            </a:r>
          </a:p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v"/>
            </a:pPr>
            <a:endParaRPr lang="ru-RU" sz="1600" dirty="0"/>
          </a:p>
          <a:p>
            <a:pPr marL="285750" indent="-285750">
              <a:buClr>
                <a:schemeClr val="accent2"/>
              </a:buClr>
              <a:buSzPct val="150000"/>
              <a:buFont typeface="Wingdings" charset="2"/>
              <a:buChar char="v"/>
            </a:pPr>
            <a:r>
              <a:rPr lang="ru-RU" sz="1600" dirty="0"/>
              <a:t>ресурсное голодание</a:t>
            </a:r>
          </a:p>
        </p:txBody>
      </p:sp>
    </p:spTree>
    <p:extLst>
      <p:ext uri="{BB962C8B-B14F-4D97-AF65-F5344CB8AC3E}">
        <p14:creationId xmlns:p14="http://schemas.microsoft.com/office/powerpoint/2010/main" val="1346164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23528" y="1225688"/>
            <a:ext cx="8460432" cy="5632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Добавим официанта возле стола. Философы должны дожидаться разрешения официанта перед тем, как взять вилку. Поскольку официант знает, сколько вилок используется в данный момент, он может принимать решения относительно распределения вилок и тем самым предотвратить взаимную блокировку философов. Если четыре вилки из пяти уже используются, то следующий философ, запросивший вилку, вынужден будет ждать разрешения официанта — которое не будет получено, пока вилка не будет освобождена. Предполагается, что философ всегда пытается сначала взять левую вилку, а потом — правую (или наоборот), что упрощает логику. </a:t>
            </a:r>
            <a:endParaRPr lang="ru-RU" dirty="0">
              <a:hlinkClick r:id="rId2"/>
            </a:endParaRPr>
          </a:p>
          <a:p>
            <a:r>
              <a:rPr lang="ru-RU" dirty="0"/>
              <a:t>Чтобы показать, как это решение работает, предположим, что философы обозначены от А до Д по часовой стрелке. Если философы А и В едят, то заняты четыре вилки. Философ Б сидит между А и В, так что ему недоступна ни одна из вилок. В то же время, философы Г и Д имеют доступ к одной неиспользуемой вилке между ними. Предположим, что философ Г хочет есть. Если он тут же берёт свободную вилку, то становится возможна взаимная блокировка философов. Если вместо этого он спрашивает разрешения у официанта, то тот просит его подождать — и можно быть уверенным в том, что как только пара вилок освободится, то по крайней мере один философ сможет взять две вилки. Таким образом, взаимная блокировка становится невозможной.</a:t>
            </a:r>
          </a:p>
        </p:txBody>
      </p:sp>
      <p:sp>
        <p:nvSpPr>
          <p:cNvPr id="6" name="Название 5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376092"/>
                </a:solidFill>
              </a:rPr>
              <a:t>Официант</a:t>
            </a:r>
            <a:br>
              <a:rPr lang="ru-RU" dirty="0">
                <a:solidFill>
                  <a:srgbClr val="376092"/>
                </a:solidFill>
              </a:rPr>
            </a:br>
            <a:endParaRPr lang="ru-RU" dirty="0">
              <a:solidFill>
                <a:srgbClr val="3760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7115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4177" y="1196752"/>
            <a:ext cx="9036496" cy="5355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Присвоим частичный порядок ресурсам  и установим соглашение, что ресурсы запрашиваются в указанном порядке, а возвращаются в обратном порядке. Пусть ресурсы (вилки) будут пронумерованы от 1 до 5, и каждая рабочая единица (философ) всегда берёт сначала вилку с наименьшим номером, а потом вилку с наибольшим номером из двух доступных. Далее, философ кладёт сначала вилку с </a:t>
            </a:r>
            <a:r>
              <a:rPr lang="ru-RU" dirty="0" err="1"/>
              <a:t>бо́льшим</a:t>
            </a:r>
            <a:r>
              <a:rPr lang="ru-RU" dirty="0"/>
              <a:t> номером, потом — с меньшим. В этом случае, если четыре из пяти философов одновременно возьмут вилку с наименьшим номером, на столе останется вилка с наибольшим возможным номером. Таким образом, пятый философ не сможет взять ни одной вилки. Более того, только один философ будет иметь доступ к вилке с наибольшим номером, так что он сможет есть двумя вилками. Когда он закончит использовать вилки, он в первую очередь положит на стол вилку с </a:t>
            </a:r>
            <a:r>
              <a:rPr lang="ru-RU" dirty="0" err="1"/>
              <a:t>бо́льшим</a:t>
            </a:r>
            <a:r>
              <a:rPr lang="ru-RU" dirty="0"/>
              <a:t> номером, потом — с меньшим, тем самым позволив другому философу взять недостающую вилку и приступить к еде.</a:t>
            </a:r>
          </a:p>
          <a:p>
            <a:r>
              <a:rPr lang="ru-RU" dirty="0"/>
              <a:t>В то время, как иерархия ресурсов позволяет избежать взаимных блокировок, данное решение не всегда является практичным, в особенности когда список необходимых ресурсов неизвестен заранее. Например, если рабочая единица удерживает ресурс 3 и 5 и решает, что ей необходим ресурс 2, то она должна выпустить ресурс 5, затем 3, после этого завладеть ресурсом 2 и снова взять ресурс 3 и 5. </a:t>
            </a:r>
          </a:p>
        </p:txBody>
      </p:sp>
      <p:sp>
        <p:nvSpPr>
          <p:cNvPr id="5" name="Название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376092"/>
                </a:solidFill>
              </a:rPr>
              <a:t>Иерархия ресурсов</a:t>
            </a:r>
            <a:br>
              <a:rPr lang="ru-RU" dirty="0">
                <a:solidFill>
                  <a:srgbClr val="376092"/>
                </a:solidFill>
              </a:rPr>
            </a:br>
            <a:endParaRPr lang="ru-RU" dirty="0">
              <a:solidFill>
                <a:srgbClr val="3760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2154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F497D"/>
                </a:solidFill>
              </a:rPr>
              <a:t>Проблема спящего брадобрея</a:t>
            </a:r>
          </a:p>
        </p:txBody>
      </p:sp>
      <p:pic>
        <p:nvPicPr>
          <p:cNvPr id="4" name="Содержимое 3"/>
          <p:cNvPicPr>
            <a:picLocks noGrp="1" noChangeAspect="1"/>
          </p:cNvPicPr>
          <p:nvPr>
            <p:ph idx="1"/>
          </p:nvPr>
        </p:nvPicPr>
        <p:blipFill>
          <a:blip r:embed="rId2"/>
          <a:srcRect t="16809" b="168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4925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83568" y="1628800"/>
            <a:ext cx="79573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 связана с тем фактом, что действия и парикмахера, и клиента (проверка приёмной, вход в парикмахерскую, занятие места в приёмной, и т. д.) занимают неизвестное количество времени и/или могут происходить одновременно. Например, клиент может войти и заметить, что парикмахер работает, тогда он идет в приёмную. Пока он идет, парикмахер заканчивает стрижку, которую он делает и идет, чтобы проверить приемную, причём делает это быстрее направляющегося туда клиента. Так как в приёмной пока ещё никого нет (клиент ещё не дошел), он возвращается к своему месту и спит. Парикмахер теперь ждет клиента, а клиент ждет парикмахера. В другом примере два клиента могут прибыть в то же самое время, когда в приемной есть единственное свободное место. Они замечают, что парикмахер работает, идут в приёмную, и оба пытаются занять единственный стул.</a:t>
            </a:r>
          </a:p>
        </p:txBody>
      </p:sp>
      <p:sp>
        <p:nvSpPr>
          <p:cNvPr id="5" name="Название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2"/>
                </a:solidFill>
              </a:rPr>
              <a:t>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798334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376092"/>
                </a:solidFill>
              </a:rPr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latin typeface="Arial"/>
                <a:cs typeface="Arial"/>
              </a:rPr>
              <a:t>Существует несколько возможных решений данной проблемы.</a:t>
            </a:r>
          </a:p>
          <a:p>
            <a:pPr marL="0" indent="0">
              <a:buNone/>
            </a:pPr>
            <a:r>
              <a:rPr lang="ru-RU" sz="1800" dirty="0">
                <a:latin typeface="Arial"/>
                <a:cs typeface="Arial"/>
              </a:rPr>
              <a:t> Основной элемент каждого из решений — </a:t>
            </a:r>
            <a:r>
              <a:rPr lang="ru-RU" sz="1800" dirty="0" err="1">
                <a:latin typeface="Arial"/>
                <a:cs typeface="Arial"/>
              </a:rPr>
              <a:t>мьютекс</a:t>
            </a:r>
            <a:r>
              <a:rPr lang="ru-RU" sz="1800" dirty="0">
                <a:latin typeface="Arial"/>
                <a:cs typeface="Arial"/>
              </a:rPr>
              <a:t> — механизм, который гарантирует, что изменить состояние в данный момент времени может только один из участников. Парикмахер должен захватить </a:t>
            </a:r>
            <a:r>
              <a:rPr lang="ru-RU" sz="1800" dirty="0" err="1">
                <a:latin typeface="Arial"/>
                <a:cs typeface="Arial"/>
              </a:rPr>
              <a:t>мьютекс</a:t>
            </a:r>
            <a:r>
              <a:rPr lang="ru-RU" sz="1800" dirty="0">
                <a:latin typeface="Arial"/>
                <a:cs typeface="Arial"/>
              </a:rPr>
              <a:t>, прежде чем проверить клиентов, и освободить его, когда он начинает или спать, или работать. Клиент должен захватить тот же </a:t>
            </a:r>
            <a:r>
              <a:rPr lang="ru-RU" sz="1800" dirty="0" err="1">
                <a:latin typeface="Arial"/>
                <a:cs typeface="Arial"/>
              </a:rPr>
              <a:t>мьютекс</a:t>
            </a:r>
            <a:r>
              <a:rPr lang="ru-RU" sz="1800" dirty="0">
                <a:latin typeface="Arial"/>
                <a:cs typeface="Arial"/>
              </a:rPr>
              <a:t>, прежде чем войти в парикмахерскую, и освободить его, как только он займет место или в приемной, или у парикмахера. </a:t>
            </a:r>
          </a:p>
          <a:p>
            <a:pPr marL="0" indent="0">
              <a:buNone/>
            </a:pPr>
            <a:r>
              <a:rPr lang="ru-RU" sz="1800" dirty="0">
                <a:latin typeface="Arial"/>
                <a:cs typeface="Arial"/>
              </a:rPr>
              <a:t>Возможно также использование более общего механизма семафоров для указания текущего состояние системы. Например, при помощи семафора можно выразить число людей в приемной.</a:t>
            </a:r>
          </a:p>
          <a:p>
            <a:pPr marL="0" indent="0">
              <a:buNone/>
            </a:pPr>
            <a:endParaRPr lang="ru-RU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66040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620688"/>
            <a:ext cx="7499350" cy="1011222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rgbClr val="4F81BD"/>
                </a:solidFill>
              </a:rPr>
              <a:t>Взаимные блокировки</a:t>
            </a:r>
            <a:br>
              <a:rPr lang="ru-RU" sz="4000" dirty="0">
                <a:solidFill>
                  <a:srgbClr val="4F81BD"/>
                </a:solidFill>
              </a:rPr>
            </a:br>
            <a:r>
              <a:rPr lang="ru-RU" sz="4000" dirty="0">
                <a:solidFill>
                  <a:srgbClr val="4F81BD"/>
                </a:solidFill>
              </a:rPr>
              <a:t>   (тупики, клинчи, </a:t>
            </a:r>
            <a:r>
              <a:rPr lang="ru-RU" sz="4000" dirty="0" err="1">
                <a:solidFill>
                  <a:srgbClr val="4F81BD"/>
                </a:solidFill>
              </a:rPr>
              <a:t>дедлоки</a:t>
            </a:r>
            <a:r>
              <a:rPr lang="ru-RU" sz="4000" dirty="0">
                <a:solidFill>
                  <a:srgbClr val="4F81BD"/>
                </a:solidFill>
              </a:rPr>
              <a:t>)</a:t>
            </a:r>
            <a:br>
              <a:rPr lang="ru-RU" sz="4000" dirty="0">
                <a:solidFill>
                  <a:srgbClr val="4F81BD"/>
                </a:solidFill>
                <a:effectLst/>
              </a:rPr>
            </a:br>
            <a:endParaRPr lang="ru-RU" sz="4000" dirty="0">
              <a:solidFill>
                <a:srgbClr val="4F81BD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57290" y="2357430"/>
            <a:ext cx="7499350" cy="4800600"/>
          </a:xfrm>
        </p:spPr>
        <p:txBody>
          <a:bodyPr/>
          <a:lstStyle/>
          <a:p>
            <a:pPr marL="0" indent="0">
              <a:buNone/>
            </a:pPr>
            <a:r>
              <a:rPr lang="ru-RU" i="1" dirty="0">
                <a:solidFill>
                  <a:schemeClr val="accent2"/>
                </a:solidFill>
              </a:rPr>
              <a:t>Взаимная блокировка  </a:t>
            </a:r>
            <a:r>
              <a:rPr lang="ru-RU" dirty="0"/>
              <a:t>– ситуация,  когда несколько процессов борются за ресурсы, и ни один из них не может завершить начатую работу</a:t>
            </a:r>
            <a:r>
              <a:rPr lang="en-US" dirty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1" y="285720"/>
            <a:ext cx="4457700" cy="236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3174" y="5214950"/>
            <a:ext cx="4789170" cy="1245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36" y="4000504"/>
            <a:ext cx="4777740" cy="1211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43174" y="2811780"/>
            <a:ext cx="4457700" cy="123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Заголовок 1"/>
          <p:cNvSpPr>
            <a:spLocks noGrp="1"/>
          </p:cNvSpPr>
          <p:nvPr>
            <p:ph type="title"/>
          </p:nvPr>
        </p:nvSpPr>
        <p:spPr bwMode="auto">
          <a:xfrm>
            <a:off x="395536" y="188640"/>
            <a:ext cx="8229600" cy="1143000"/>
          </a:xfrm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342900" indent="-342900" eaLnBrk="1" hangingPunct="1"/>
            <a:r>
              <a:rPr lang="ru-RU" sz="3200" dirty="0">
                <a:solidFill>
                  <a:srgbClr val="4F81BD"/>
                </a:solidFill>
              </a:rPr>
              <a:t>Условия взаимоблокировки:</a:t>
            </a:r>
            <a:br>
              <a:rPr lang="ru-RU" sz="3200" dirty="0">
                <a:solidFill>
                  <a:srgbClr val="4F81BD"/>
                </a:solidFill>
                <a:effectLst/>
              </a:rPr>
            </a:br>
            <a:endParaRPr lang="ru-RU" sz="3200" dirty="0">
              <a:solidFill>
                <a:srgbClr val="4F81BD"/>
              </a:solidFill>
              <a:effectLst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844824"/>
            <a:ext cx="8568952" cy="5328592"/>
          </a:xfrm>
        </p:spPr>
        <p:txBody>
          <a:bodyPr>
            <a:normAutofit fontScale="70000" lnSpcReduction="2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b="1" u="sng" dirty="0">
                <a:solidFill>
                  <a:schemeClr val="accent3"/>
                </a:solidFill>
              </a:rPr>
              <a:t>Условие взаимного исключения</a:t>
            </a:r>
            <a:endParaRPr lang="ru-RU" u="sng" dirty="0">
              <a:solidFill>
                <a:schemeClr val="accent3"/>
              </a:solidFill>
            </a:endParaRPr>
          </a:p>
          <a:p>
            <a:pPr marL="365760" indent="-283464" algn="just" eaLnBrk="1" fontAlgn="auto" hangingPunct="1">
              <a:spcAft>
                <a:spcPts val="0"/>
              </a:spcAft>
              <a:buNone/>
              <a:defRPr/>
            </a:pPr>
            <a:r>
              <a:rPr lang="ru-RU" dirty="0">
                <a:solidFill>
                  <a:schemeClr val="accent3"/>
                </a:solidFill>
              </a:rPr>
              <a:t>    </a:t>
            </a:r>
            <a:r>
              <a:rPr lang="ru-RU" dirty="0"/>
              <a:t>Каждый ресурс в данный момент или отдан одному процессу или свободен.</a:t>
            </a:r>
            <a:endParaRPr lang="en-US" dirty="0"/>
          </a:p>
          <a:p>
            <a:pPr marL="365760" indent="-283464" algn="just" eaLnBrk="1" fontAlgn="auto" hangingPunct="1">
              <a:spcAft>
                <a:spcPts val="0"/>
              </a:spcAft>
              <a:buNone/>
              <a:defRPr/>
            </a:pPr>
            <a:endParaRPr lang="ru-RU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b="1" u="sng" dirty="0">
                <a:solidFill>
                  <a:schemeClr val="accent3"/>
                </a:solidFill>
              </a:rPr>
              <a:t>Условие удержания и ожидания</a:t>
            </a:r>
          </a:p>
          <a:p>
            <a:pPr marL="365760" indent="-283464" algn="just">
              <a:buNone/>
              <a:defRPr/>
            </a:pPr>
            <a:r>
              <a:rPr lang="ru-RU" dirty="0">
                <a:solidFill>
                  <a:schemeClr val="accent3"/>
                </a:solidFill>
              </a:rPr>
              <a:t> </a:t>
            </a:r>
            <a:r>
              <a:rPr lang="ru-RU" sz="3100" dirty="0"/>
              <a:t>Процесс, удерживающий в данный момент ресурс, может запрашивать новые ресурсы.</a:t>
            </a:r>
            <a:endParaRPr lang="en-US" sz="3100" dirty="0"/>
          </a:p>
          <a:p>
            <a:pPr marL="365760" indent="-283464" algn="just">
              <a:buNone/>
              <a:defRPr/>
            </a:pPr>
            <a:endParaRPr lang="ru-RU" sz="3100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b="1" u="sng" dirty="0">
                <a:solidFill>
                  <a:schemeClr val="accent3"/>
                </a:solidFill>
              </a:rPr>
              <a:t>Условие отсутствия принудительной выгрузки ресурса</a:t>
            </a:r>
          </a:p>
          <a:p>
            <a:pPr marL="365760" indent="-283464" algn="just" eaLnBrk="1" fontAlgn="auto" hangingPunct="1">
              <a:spcAft>
                <a:spcPts val="0"/>
              </a:spcAft>
              <a:buNone/>
              <a:defRPr/>
            </a:pPr>
            <a:r>
              <a:rPr lang="ru-RU" dirty="0"/>
              <a:t>     У процесса нельзя  забрать ранее полученные ресурсы.</a:t>
            </a:r>
            <a:endParaRPr lang="en-US" dirty="0"/>
          </a:p>
          <a:p>
            <a:pPr marL="365760" indent="-283464" algn="just" eaLnBrk="1" fontAlgn="auto" hangingPunct="1">
              <a:spcAft>
                <a:spcPts val="0"/>
              </a:spcAft>
              <a:buNone/>
              <a:defRPr/>
            </a:pPr>
            <a:endParaRPr lang="ru-RU" dirty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b="1" u="sng" dirty="0">
                <a:solidFill>
                  <a:schemeClr val="accent3"/>
                </a:solidFill>
              </a:rPr>
              <a:t>Условие циклического ожидания </a:t>
            </a:r>
          </a:p>
          <a:p>
            <a:pPr marL="365760" indent="-283464" algn="just" eaLnBrk="1" fontAlgn="auto" hangingPunct="1">
              <a:spcAft>
                <a:spcPts val="0"/>
              </a:spcAft>
              <a:buNone/>
              <a:defRPr/>
            </a:pPr>
            <a:r>
              <a:rPr lang="ru-RU" dirty="0"/>
              <a:t> </a:t>
            </a:r>
            <a:r>
              <a:rPr lang="en-US" dirty="0"/>
              <a:t>    </a:t>
            </a:r>
            <a:r>
              <a:rPr lang="ru-RU" dirty="0"/>
              <a:t>Должна существовать круговая последовательность из процессов, каждый, из которых ждет доступа к ресурсу, удерживаемому следующим членом последовательности.</a:t>
            </a:r>
          </a:p>
          <a:p>
            <a:pPr marL="365760" indent="-283464" eaLnBrk="1" fontAlgn="auto" hangingPunct="1">
              <a:spcAft>
                <a:spcPts val="0"/>
              </a:spcAft>
              <a:buNone/>
              <a:defRPr/>
            </a:pP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5457" y="836712"/>
            <a:ext cx="9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Коффман, </a:t>
            </a:r>
            <a:r>
              <a:rPr lang="ru-RU" dirty="0" err="1"/>
              <a:t>Элфик</a:t>
            </a:r>
            <a:r>
              <a:rPr lang="ru-RU" dirty="0"/>
              <a:t> и </a:t>
            </a:r>
            <a:r>
              <a:rPr lang="ru-RU" dirty="0" err="1"/>
              <a:t>Шошани</a:t>
            </a:r>
            <a:r>
              <a:rPr lang="ru-RU" dirty="0"/>
              <a:t> показали, что эти условия являются необходимыми. Все вместе эти четыре условия являются необходимыми и достаточными. Т.е., если все эти 4 условия выполняются, значит, взаимоблокировка существует.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chemeClr val="tx2">
                    <a:satMod val="130000"/>
                  </a:schemeClr>
                </a:solidFill>
              </a:rPr>
              <a:t>Моделирование взаимоблокировок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87" y="1285852"/>
            <a:ext cx="197739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1428736"/>
            <a:ext cx="2251710" cy="468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2285992"/>
            <a:ext cx="1588770" cy="2663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6512" y="2214554"/>
            <a:ext cx="2571750" cy="3131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29058" y="2500306"/>
            <a:ext cx="1508760" cy="2846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Содержимое 2"/>
          <p:cNvSpPr>
            <a:spLocks noGrp="1"/>
          </p:cNvSpPr>
          <p:nvPr>
            <p:ph idx="4294967295"/>
          </p:nvPr>
        </p:nvSpPr>
        <p:spPr>
          <a:xfrm>
            <a:off x="0" y="285750"/>
            <a:ext cx="2428875" cy="500063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ru-RU" sz="2000" dirty="0"/>
              <a:t>процессы  </a:t>
            </a:r>
            <a:r>
              <a:rPr lang="en-US" sz="2000" dirty="0"/>
              <a:t>A</a:t>
            </a:r>
            <a:r>
              <a:rPr lang="ru-RU" sz="2000" dirty="0"/>
              <a:t>, </a:t>
            </a:r>
            <a:r>
              <a:rPr lang="en-US" sz="2000" dirty="0"/>
              <a:t>B</a:t>
            </a:r>
            <a:r>
              <a:rPr lang="ru-RU" sz="2000" dirty="0"/>
              <a:t>, </a:t>
            </a:r>
            <a:r>
              <a:rPr lang="en-US" sz="2000" dirty="0"/>
              <a:t>C</a:t>
            </a:r>
          </a:p>
          <a:p>
            <a:pPr>
              <a:buNone/>
            </a:pPr>
            <a:endParaRPr lang="ru-RU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ru-RU" sz="2000" dirty="0"/>
              <a:t>ресурсы  </a:t>
            </a:r>
            <a:r>
              <a:rPr lang="en-US" sz="2000" dirty="0"/>
              <a:t>R</a:t>
            </a:r>
            <a:r>
              <a:rPr lang="ru-RU" sz="2000" dirty="0"/>
              <a:t>, </a:t>
            </a:r>
            <a:r>
              <a:rPr lang="en-US" sz="2000" dirty="0"/>
              <a:t>S</a:t>
            </a:r>
            <a:r>
              <a:rPr lang="ru-RU" sz="2000" dirty="0"/>
              <a:t>, </a:t>
            </a:r>
            <a:r>
              <a:rPr lang="en-US" sz="2000" dirty="0"/>
              <a:t>T</a:t>
            </a:r>
            <a:endParaRPr lang="ru-RU" sz="2000" dirty="0"/>
          </a:p>
          <a:p>
            <a:pPr>
              <a:buNone/>
            </a:pP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857620" y="357166"/>
            <a:ext cx="1714512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ru-RU" dirty="0"/>
              <a:t>А</a:t>
            </a:r>
          </a:p>
          <a:p>
            <a:r>
              <a:rPr lang="ru-RU" dirty="0"/>
              <a:t>Запросить </a:t>
            </a:r>
            <a:r>
              <a:rPr lang="en-US" dirty="0"/>
              <a:t>R</a:t>
            </a:r>
          </a:p>
          <a:p>
            <a:r>
              <a:rPr lang="ru-RU" dirty="0"/>
              <a:t>Запросить </a:t>
            </a:r>
            <a:r>
              <a:rPr lang="en-US" dirty="0"/>
              <a:t>S</a:t>
            </a:r>
            <a:endParaRPr lang="ru-RU" dirty="0"/>
          </a:p>
          <a:p>
            <a:r>
              <a:rPr lang="ru-RU" dirty="0"/>
              <a:t>Освободить </a:t>
            </a:r>
            <a:r>
              <a:rPr lang="en-US" dirty="0"/>
              <a:t>R</a:t>
            </a:r>
          </a:p>
          <a:p>
            <a:r>
              <a:rPr lang="ru-RU" dirty="0"/>
              <a:t>Освободить </a:t>
            </a:r>
            <a:r>
              <a:rPr lang="en-US" dirty="0"/>
              <a:t>S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572132" y="357166"/>
            <a:ext cx="1714512" cy="17543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B</a:t>
            </a:r>
            <a:endParaRPr lang="ru-RU" dirty="0"/>
          </a:p>
          <a:p>
            <a:r>
              <a:rPr lang="ru-RU" dirty="0"/>
              <a:t>Запросить </a:t>
            </a:r>
            <a:r>
              <a:rPr lang="en-US" dirty="0"/>
              <a:t>S</a:t>
            </a:r>
          </a:p>
          <a:p>
            <a:r>
              <a:rPr lang="ru-RU" dirty="0"/>
              <a:t>Запросить </a:t>
            </a:r>
            <a:r>
              <a:rPr lang="en-US" dirty="0"/>
              <a:t>T</a:t>
            </a:r>
            <a:endParaRPr lang="ru-RU" dirty="0"/>
          </a:p>
          <a:p>
            <a:r>
              <a:rPr lang="ru-RU" dirty="0"/>
              <a:t>Освободить </a:t>
            </a:r>
            <a:r>
              <a:rPr lang="en-US" dirty="0"/>
              <a:t>S</a:t>
            </a:r>
          </a:p>
          <a:p>
            <a:r>
              <a:rPr lang="ru-RU" dirty="0"/>
              <a:t>Освободить </a:t>
            </a:r>
            <a:r>
              <a:rPr lang="en-US" dirty="0"/>
              <a:t>T</a:t>
            </a:r>
          </a:p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286644" y="357166"/>
            <a:ext cx="1857356" cy="1754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C</a:t>
            </a:r>
            <a:endParaRPr lang="ru-RU" dirty="0"/>
          </a:p>
          <a:p>
            <a:r>
              <a:rPr lang="ru-RU" dirty="0"/>
              <a:t>Запросить </a:t>
            </a:r>
            <a:r>
              <a:rPr lang="en-US" dirty="0"/>
              <a:t>T</a:t>
            </a:r>
          </a:p>
          <a:p>
            <a:r>
              <a:rPr lang="ru-RU" dirty="0"/>
              <a:t>Запросить </a:t>
            </a:r>
            <a:r>
              <a:rPr lang="en-US" dirty="0"/>
              <a:t> R</a:t>
            </a:r>
            <a:endParaRPr lang="ru-RU" dirty="0"/>
          </a:p>
          <a:p>
            <a:r>
              <a:rPr lang="ru-RU" dirty="0"/>
              <a:t>Освободить </a:t>
            </a:r>
            <a:r>
              <a:rPr lang="en-US" dirty="0"/>
              <a:t>T</a:t>
            </a:r>
          </a:p>
          <a:p>
            <a:r>
              <a:rPr lang="ru-RU" dirty="0"/>
              <a:t>Освободить </a:t>
            </a:r>
            <a:r>
              <a:rPr lang="en-US" dirty="0"/>
              <a:t> R</a:t>
            </a:r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809875"/>
            <a:ext cx="17049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66" y="714356"/>
            <a:ext cx="15430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0166" y="1857364"/>
            <a:ext cx="15525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71900" y="2824163"/>
            <a:ext cx="160020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86512" y="2714620"/>
            <a:ext cx="18383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57290" y="4357694"/>
            <a:ext cx="17430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667125" y="4286256"/>
            <a:ext cx="18097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286512" y="4214818"/>
            <a:ext cx="24384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1643050"/>
            <a:ext cx="1838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58" y="1714488"/>
            <a:ext cx="17621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43702" y="1785926"/>
            <a:ext cx="154305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57290" y="3857628"/>
            <a:ext cx="24098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57620" y="3786190"/>
            <a:ext cx="236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72264" y="3786190"/>
            <a:ext cx="237172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>
                <a:solidFill>
                  <a:schemeClr val="tx2">
                    <a:satMod val="130000"/>
                  </a:schemeClr>
                </a:solidFill>
              </a:rPr>
              <a:t>Стратегии при столкновении с взаимными блокировками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563574"/>
              </p:ext>
            </p:extLst>
          </p:nvPr>
        </p:nvGraphicFramePr>
        <p:xfrm>
          <a:off x="1371859" y="1628800"/>
          <a:ext cx="7499350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654164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solidFill>
                  <a:schemeClr val="accent1"/>
                </a:solidFill>
              </a:rPr>
              <a:t>Обнаружение и устранение взаимоблокировок</a:t>
            </a:r>
            <a:br>
              <a:rPr lang="ru-RU" sz="3200" dirty="0">
                <a:solidFill>
                  <a:schemeClr val="accent1"/>
                </a:solidFill>
              </a:rPr>
            </a:br>
            <a:r>
              <a:rPr lang="ru-RU" sz="2000" dirty="0"/>
              <a:t>1</a:t>
            </a:r>
            <a:r>
              <a:rPr lang="ru-RU" sz="3200" dirty="0"/>
              <a:t>. </a:t>
            </a:r>
            <a:r>
              <a:rPr lang="ru-RU" sz="1800" dirty="0"/>
              <a:t>Обнаружение взаимоблокировки при наличии одного ресурса каждого типа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16832"/>
            <a:ext cx="3840480" cy="283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5-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2564904"/>
            <a:ext cx="4296410" cy="4015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072066" y="1857364"/>
            <a:ext cx="357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Для каждого узла </a:t>
            </a:r>
            <a:r>
              <a:rPr lang="en-US" sz="1600" dirty="0"/>
              <a:t>N </a:t>
            </a:r>
            <a:r>
              <a:rPr lang="ru-RU" sz="1600" dirty="0"/>
              <a:t>в графе выполняются следующие 5 шагов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7290" y="0"/>
            <a:ext cx="7499350" cy="93978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1"/>
                </a:solidFill>
              </a:rPr>
              <a:t>2. Обнаружение взаимоблокировки при наличии нескольких ресурсов каждого типа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357290" y="857232"/>
            <a:ext cx="7499350" cy="4800600"/>
          </a:xfrm>
        </p:spPr>
        <p:txBody>
          <a:bodyPr/>
          <a:lstStyle/>
          <a:p>
            <a:r>
              <a:rPr lang="en-US" sz="1600" i="1" dirty="0"/>
              <a:t>m</a:t>
            </a:r>
            <a:r>
              <a:rPr lang="ru-RU" sz="1600" dirty="0"/>
              <a:t> - число классов ресурсов </a:t>
            </a:r>
          </a:p>
          <a:p>
            <a:r>
              <a:rPr lang="en-US" sz="1600" i="1" dirty="0"/>
              <a:t>n</a:t>
            </a:r>
            <a:r>
              <a:rPr lang="ru-RU" sz="1600" dirty="0"/>
              <a:t> - количество процессов, </a:t>
            </a:r>
            <a:r>
              <a:rPr lang="en-US" sz="1600" dirty="0"/>
              <a:t>P</a:t>
            </a:r>
            <a:r>
              <a:rPr lang="en-US" sz="1600" baseline="-25000" dirty="0"/>
              <a:t>1</a:t>
            </a:r>
            <a:r>
              <a:rPr lang="en-US" sz="1600" dirty="0"/>
              <a:t>… </a:t>
            </a:r>
            <a:r>
              <a:rPr lang="en-US" sz="1600" dirty="0" err="1"/>
              <a:t>P</a:t>
            </a:r>
            <a:r>
              <a:rPr lang="en-US" sz="1600" baseline="-25000" dirty="0" err="1"/>
              <a:t>n</a:t>
            </a:r>
            <a:endParaRPr lang="ru-RU" sz="1600" dirty="0"/>
          </a:p>
          <a:p>
            <a:r>
              <a:rPr lang="en-US" sz="1600" b="1" dirty="0"/>
              <a:t>E </a:t>
            </a:r>
            <a:r>
              <a:rPr lang="ru-RU" sz="1600" b="1" dirty="0"/>
              <a:t>= (</a:t>
            </a:r>
            <a:r>
              <a:rPr lang="ru-RU" sz="1600" dirty="0"/>
              <a:t>Е</a:t>
            </a:r>
            <a:r>
              <a:rPr lang="ru-RU" sz="1600" baseline="-25000" dirty="0"/>
              <a:t>1</a:t>
            </a:r>
            <a:r>
              <a:rPr lang="ru-RU" sz="1600" dirty="0"/>
              <a:t>, Е</a:t>
            </a:r>
            <a:r>
              <a:rPr lang="ru-RU" sz="1600" baseline="-25000" dirty="0"/>
              <a:t>2</a:t>
            </a:r>
            <a:r>
              <a:rPr lang="ru-RU" sz="1600" dirty="0"/>
              <a:t>, Е</a:t>
            </a:r>
            <a:r>
              <a:rPr lang="ru-RU" sz="1600" baseline="-25000" dirty="0"/>
              <a:t>3 </a:t>
            </a:r>
            <a:r>
              <a:rPr lang="ru-RU" sz="1600" dirty="0"/>
              <a:t>, …, Е</a:t>
            </a:r>
            <a:r>
              <a:rPr lang="en-US" sz="1600" baseline="-25000" dirty="0"/>
              <a:t>m</a:t>
            </a:r>
            <a:r>
              <a:rPr lang="ru-RU" sz="1600" dirty="0"/>
              <a:t> ) - вектор существующих ресурсов, где</a:t>
            </a:r>
          </a:p>
          <a:p>
            <a:pPr>
              <a:buNone/>
            </a:pPr>
            <a:r>
              <a:rPr lang="ru-RU" sz="1600" dirty="0"/>
              <a:t>      </a:t>
            </a:r>
            <a:r>
              <a:rPr lang="en-US" sz="1600" dirty="0" err="1"/>
              <a:t>E</a:t>
            </a:r>
            <a:r>
              <a:rPr lang="en-US" sz="1600" i="1" baseline="-25000" dirty="0" err="1"/>
              <a:t>i</a:t>
            </a:r>
            <a:r>
              <a:rPr lang="ru-RU" sz="1600" b="1" i="1" dirty="0"/>
              <a:t> </a:t>
            </a:r>
            <a:r>
              <a:rPr lang="ru-RU" sz="1600" dirty="0"/>
              <a:t>- количество ресурсов класса</a:t>
            </a:r>
            <a:r>
              <a:rPr lang="en-US" sz="1600" dirty="0"/>
              <a:t> </a:t>
            </a:r>
            <a:r>
              <a:rPr lang="en-US" sz="1600" i="1" dirty="0" err="1"/>
              <a:t>i</a:t>
            </a:r>
            <a:r>
              <a:rPr lang="ru-RU" sz="1600" i="1" dirty="0"/>
              <a:t>, </a:t>
            </a:r>
          </a:p>
          <a:p>
            <a:r>
              <a:rPr lang="en-US" sz="1600" b="1" dirty="0"/>
              <a:t>A </a:t>
            </a:r>
            <a:r>
              <a:rPr lang="ru-RU" sz="1600" b="1" dirty="0"/>
              <a:t>= (</a:t>
            </a:r>
            <a:r>
              <a:rPr lang="en-US" sz="1600" dirty="0"/>
              <a:t>A</a:t>
            </a:r>
            <a:r>
              <a:rPr lang="ru-RU" sz="1600" baseline="-25000" dirty="0"/>
              <a:t>1</a:t>
            </a:r>
            <a:r>
              <a:rPr lang="ru-RU" sz="1600" dirty="0"/>
              <a:t>, </a:t>
            </a:r>
            <a:r>
              <a:rPr lang="en-US" sz="1600" dirty="0"/>
              <a:t>A</a:t>
            </a:r>
            <a:r>
              <a:rPr lang="ru-RU" sz="1600" baseline="-25000" dirty="0"/>
              <a:t>2</a:t>
            </a:r>
            <a:r>
              <a:rPr lang="ru-RU" sz="1600" dirty="0"/>
              <a:t>, </a:t>
            </a:r>
            <a:r>
              <a:rPr lang="en-US" sz="1600" dirty="0"/>
              <a:t>A</a:t>
            </a:r>
            <a:r>
              <a:rPr lang="ru-RU" sz="1600" baseline="-25000" dirty="0"/>
              <a:t>3 </a:t>
            </a:r>
            <a:r>
              <a:rPr lang="ru-RU" sz="1600" dirty="0"/>
              <a:t>, …, </a:t>
            </a:r>
            <a:r>
              <a:rPr lang="en-US" sz="1600" dirty="0"/>
              <a:t>A</a:t>
            </a:r>
            <a:r>
              <a:rPr lang="en-US" sz="1600" baseline="-25000" dirty="0"/>
              <a:t>m</a:t>
            </a:r>
            <a:r>
              <a:rPr lang="ru-RU" sz="1600" dirty="0"/>
              <a:t> ) - вектор доступных ресурсов,</a:t>
            </a:r>
          </a:p>
          <a:p>
            <a:pPr>
              <a:buNone/>
            </a:pPr>
            <a:r>
              <a:rPr lang="en-US" sz="1600" dirty="0"/>
              <a:t>     A</a:t>
            </a:r>
            <a:r>
              <a:rPr lang="en-US" sz="1600" i="1" baseline="-25000" dirty="0"/>
              <a:t>i</a:t>
            </a:r>
            <a:r>
              <a:rPr lang="ru-RU" sz="1600" dirty="0"/>
              <a:t> - количество доступных ресурсов класса </a:t>
            </a:r>
            <a:r>
              <a:rPr lang="en-US" sz="1600" i="1" dirty="0" err="1"/>
              <a:t>i</a:t>
            </a:r>
            <a:r>
              <a:rPr lang="ru-RU" sz="1600" i="1" dirty="0"/>
              <a:t>, </a:t>
            </a:r>
          </a:p>
          <a:p>
            <a:r>
              <a:rPr lang="ru-RU" sz="1600" b="1" i="1" dirty="0"/>
              <a:t>С</a:t>
            </a:r>
            <a:r>
              <a:rPr lang="ru-RU" sz="1600" b="1" dirty="0"/>
              <a:t> </a:t>
            </a:r>
            <a:r>
              <a:rPr lang="ru-RU" sz="1600" dirty="0"/>
              <a:t>- матрица текущего распределения </a:t>
            </a:r>
            <a:r>
              <a:rPr lang="en-US" sz="1600" dirty="0"/>
              <a:t>                    </a:t>
            </a:r>
            <a:r>
              <a:rPr lang="en-US" sz="1600" b="1" i="1" dirty="0"/>
              <a:t>R</a:t>
            </a:r>
            <a:r>
              <a:rPr lang="en-US" sz="1600" b="1" dirty="0"/>
              <a:t> </a:t>
            </a:r>
            <a:r>
              <a:rPr lang="ru-RU" sz="1600" dirty="0"/>
              <a:t>- матрица запросов</a:t>
            </a:r>
          </a:p>
          <a:p>
            <a:endParaRPr lang="en-US" sz="1600" dirty="0"/>
          </a:p>
          <a:p>
            <a:endParaRPr lang="en-US" sz="1600" dirty="0"/>
          </a:p>
          <a:p>
            <a:pPr>
              <a:buNone/>
            </a:pPr>
            <a:r>
              <a:rPr lang="en-US" sz="1600" dirty="0"/>
              <a:t>                                                      </a:t>
            </a:r>
          </a:p>
          <a:p>
            <a:endParaRPr lang="en-US" sz="1600" dirty="0"/>
          </a:p>
          <a:p>
            <a:endParaRPr lang="ru-RU" sz="1600" dirty="0"/>
          </a:p>
          <a:p>
            <a:endParaRPr lang="en-US" sz="1600" b="1" i="1" dirty="0"/>
          </a:p>
          <a:p>
            <a:endParaRPr lang="en-US" sz="1600" b="1" i="1" dirty="0"/>
          </a:p>
          <a:p>
            <a:endParaRPr lang="en-US" sz="1600" b="1" i="1" dirty="0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3429000"/>
            <a:ext cx="2423160" cy="1988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98" y="3429000"/>
            <a:ext cx="238887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5" descr="5-8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9058" y="5715016"/>
            <a:ext cx="18002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 descr="5-10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880" y="3068960"/>
            <a:ext cx="5330825" cy="338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652120" y="764704"/>
            <a:ext cx="1500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А= (2 2 2 0)</a:t>
            </a:r>
          </a:p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652120" y="1268760"/>
            <a:ext cx="1500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А= (4 2 2 1)</a:t>
            </a:r>
          </a:p>
          <a:p>
            <a:endParaRPr lang="ru-RU" dirty="0"/>
          </a:p>
        </p:txBody>
      </p:sp>
      <p:pic>
        <p:nvPicPr>
          <p:cNvPr id="7" name="Picture 4" descr="5-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260648"/>
            <a:ext cx="40894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907704" y="620688"/>
            <a:ext cx="5715226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solidFill>
                  <a:schemeClr val="accent1"/>
                </a:solidFill>
              </a:rPr>
              <a:t>Когда следует искать тупики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  <a:endParaRPr lang="ru-RU" sz="3200" dirty="0">
              <a:solidFill>
                <a:schemeClr val="accent1"/>
              </a:solidFill>
            </a:endParaRPr>
          </a:p>
        </p:txBody>
      </p:sp>
      <p:graphicFrame>
        <p:nvGraphicFramePr>
          <p:cNvPr id="7" name="Содержимое 4"/>
          <p:cNvGraphicFramePr>
            <a:graphicFrameLocks/>
          </p:cNvGraphicFramePr>
          <p:nvPr/>
        </p:nvGraphicFramePr>
        <p:xfrm>
          <a:off x="2000232" y="1785926"/>
          <a:ext cx="5715040" cy="2763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100" y="274639"/>
            <a:ext cx="7499350" cy="115409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>
                <a:solidFill>
                  <a:srgbClr val="4F81BD"/>
                </a:solidFill>
              </a:rPr>
              <a:t>Выход из взаимной блокировки</a:t>
            </a:r>
            <a:br>
              <a:rPr lang="ru-RU" dirty="0"/>
            </a:br>
            <a:endParaRPr lang="ru-RU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764704"/>
            <a:ext cx="788447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400" dirty="0">
                <a:solidFill>
                  <a:schemeClr val="tx2">
                    <a:satMod val="130000"/>
                  </a:schemeClr>
                </a:solidFill>
              </a:rPr>
              <a:t>Динамическое избежание взаимоблокировок</a:t>
            </a:r>
            <a:br>
              <a:rPr lang="ru-RU" sz="36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ru-RU" sz="3600" dirty="0">
                <a:solidFill>
                  <a:schemeClr val="tx2">
                    <a:satMod val="130000"/>
                  </a:schemeClr>
                </a:solidFill>
              </a:rPr>
              <a:t>Траектории ресурсов</a:t>
            </a:r>
            <a:br>
              <a:rPr lang="ru-RU" sz="3600" dirty="0">
                <a:solidFill>
                  <a:schemeClr val="tx2">
                    <a:satMod val="130000"/>
                  </a:schemeClr>
                </a:solidFill>
              </a:rPr>
            </a:br>
            <a:endParaRPr lang="ru-RU" sz="36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3251" name="Содержимое 2"/>
          <p:cNvSpPr>
            <a:spLocks noGrp="1"/>
          </p:cNvSpPr>
          <p:nvPr>
            <p:ph idx="1"/>
          </p:nvPr>
        </p:nvSpPr>
        <p:spPr>
          <a:xfrm>
            <a:off x="1043608" y="2060848"/>
            <a:ext cx="7499350" cy="1143008"/>
          </a:xfrm>
        </p:spPr>
        <p:txBody>
          <a:bodyPr/>
          <a:lstStyle/>
          <a:p>
            <a:pPr marL="0" eaLnBrk="1" hangingPunct="1">
              <a:spcBef>
                <a:spcPts val="0"/>
              </a:spcBef>
              <a:buFont typeface="Wingdings 2" pitchFamily="18" charset="2"/>
              <a:buNone/>
            </a:pPr>
            <a:r>
              <a:rPr lang="ru-RU" sz="1400" dirty="0"/>
              <a:t>А1 - запрос принтера процессом А,</a:t>
            </a:r>
          </a:p>
          <a:p>
            <a:pPr marL="0" eaLnBrk="1" hangingPunct="1">
              <a:spcBef>
                <a:spcPts val="0"/>
              </a:spcBef>
              <a:buFont typeface="Wingdings 2" pitchFamily="18" charset="2"/>
              <a:buNone/>
            </a:pPr>
            <a:r>
              <a:rPr lang="ru-RU" sz="1400" dirty="0"/>
              <a:t> А2 - запрос плоттера процессом А,</a:t>
            </a:r>
          </a:p>
          <a:p>
            <a:pPr marL="0" eaLnBrk="1" hangingPunct="1">
              <a:spcBef>
                <a:spcPts val="0"/>
              </a:spcBef>
              <a:buFont typeface="Wingdings 2" pitchFamily="18" charset="2"/>
              <a:buNone/>
            </a:pPr>
            <a:r>
              <a:rPr lang="ru-RU" sz="1400" dirty="0"/>
              <a:t>А3 - освобождение принтера процессом А, </a:t>
            </a:r>
          </a:p>
          <a:p>
            <a:pPr marL="0" eaLnBrk="1" hangingPunct="1">
              <a:spcBef>
                <a:spcPts val="0"/>
              </a:spcBef>
              <a:buFont typeface="Wingdings 2" pitchFamily="18" charset="2"/>
              <a:buNone/>
            </a:pPr>
            <a:r>
              <a:rPr lang="ru-RU" sz="1400" dirty="0"/>
              <a:t>А4 - освобождение плоттера процессом А</a:t>
            </a:r>
          </a:p>
          <a:p>
            <a:pPr eaLnBrk="1" hangingPunct="1"/>
            <a:endParaRPr lang="ru-RU" sz="1400" dirty="0"/>
          </a:p>
        </p:txBody>
      </p:sp>
      <p:pic>
        <p:nvPicPr>
          <p:cNvPr id="53252" name="Picture 4" descr="5-11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3059737"/>
            <a:ext cx="51625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64088" y="2060848"/>
            <a:ext cx="34889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ru-RU" sz="1400" dirty="0">
                <a:latin typeface="+mj-lt"/>
              </a:rPr>
              <a:t>В1 - запрос плоттера процессом В,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 sz="1400" dirty="0">
                <a:latin typeface="+mj-lt"/>
              </a:rPr>
              <a:t> В2 - запрос принтера процессом В,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 sz="1400" dirty="0">
                <a:latin typeface="+mj-lt"/>
              </a:rPr>
              <a:t>В3 - освобождение плоттера процессом В, 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 sz="1400" dirty="0">
                <a:latin typeface="+mj-lt"/>
              </a:rPr>
              <a:t>В4 - освобождение принтера процессом 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Опасные и безопасные состояния</a:t>
            </a:r>
            <a:br>
              <a:rPr lang="ru-RU" dirty="0">
                <a:solidFill>
                  <a:schemeClr val="tx2">
                    <a:satMod val="130000"/>
                  </a:schemeClr>
                </a:solidFill>
              </a:rPr>
            </a:br>
            <a:endParaRPr lang="ru-RU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4275" name="Содержимое 2"/>
          <p:cNvSpPr>
            <a:spLocks noGrp="1"/>
          </p:cNvSpPr>
          <p:nvPr>
            <p:ph idx="1"/>
          </p:nvPr>
        </p:nvSpPr>
        <p:spPr>
          <a:xfrm>
            <a:off x="899592" y="1071546"/>
            <a:ext cx="8028486" cy="14933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Состояние безопасно</a:t>
            </a:r>
            <a:r>
              <a:rPr lang="ru-RU" sz="2400" dirty="0"/>
              <a:t>, если система не находится в тупике и существует некоторый порядок планирования, при котором каждый процесс может работать до завершения, даже если все процессы захотят получить свое максимальное количество ресурсов</a:t>
            </a:r>
            <a:r>
              <a:rPr lang="ru-RU" sz="1600" dirty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2643182"/>
            <a:ext cx="152400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48025" y="2643182"/>
            <a:ext cx="13239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714620"/>
            <a:ext cx="14763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0" y="2714620"/>
            <a:ext cx="1524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29322" y="2714620"/>
            <a:ext cx="159067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79928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 безопасном состоянии система может </a:t>
            </a:r>
            <a:r>
              <a:rPr lang="ru-RU" sz="2000" dirty="0">
                <a:solidFill>
                  <a:srgbClr val="FF0000"/>
                </a:solidFill>
              </a:rPr>
              <a:t>гарантировать</a:t>
            </a:r>
            <a:r>
              <a:rPr lang="ru-RU" sz="2000" dirty="0"/>
              <a:t>, что все процессы закончат свою работу, в небезопасном состоянии такой гарантии дать нельзя.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100" dirty="0"/>
              <a:t> </a:t>
            </a:r>
            <a:r>
              <a:rPr lang="ru-RU" sz="3600" dirty="0">
                <a:solidFill>
                  <a:srgbClr val="4F81BD"/>
                </a:solidFill>
              </a:rPr>
              <a:t>Алгоритм банкира для одного вида ресурсов</a:t>
            </a:r>
            <a:br>
              <a:rPr lang="ru-RU" sz="3600" dirty="0">
                <a:solidFill>
                  <a:srgbClr val="4F81BD"/>
                </a:solidFill>
              </a:rPr>
            </a:br>
            <a:endParaRPr lang="ru-RU" sz="3600" dirty="0">
              <a:solidFill>
                <a:srgbClr val="4F81BD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785794"/>
            <a:ext cx="41910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0166" y="4214818"/>
            <a:ext cx="14954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00496" y="4214818"/>
            <a:ext cx="15240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86578" y="4286256"/>
            <a:ext cx="15049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404664"/>
            <a:ext cx="7499350" cy="11430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200" dirty="0">
                <a:solidFill>
                  <a:srgbClr val="4F81BD"/>
                </a:solidFill>
              </a:rPr>
              <a:t>Алгоритм банкира для несколько видов ресурсов</a:t>
            </a:r>
            <a:br>
              <a:rPr lang="ru-RU" sz="3200" dirty="0">
                <a:solidFill>
                  <a:srgbClr val="4F81BD"/>
                </a:solidFill>
              </a:rPr>
            </a:br>
            <a:endParaRPr lang="ru-RU" sz="3200" dirty="0">
              <a:solidFill>
                <a:srgbClr val="4F81BD"/>
              </a:solidFill>
            </a:endParaRPr>
          </a:p>
        </p:txBody>
      </p:sp>
      <p:sp>
        <p:nvSpPr>
          <p:cNvPr id="57347" name="Содержимое 2"/>
          <p:cNvSpPr>
            <a:spLocks noGrp="1"/>
          </p:cNvSpPr>
          <p:nvPr>
            <p:ph idx="1"/>
          </p:nvPr>
        </p:nvSpPr>
        <p:spPr>
          <a:xfrm>
            <a:off x="4572000" y="1428736"/>
            <a:ext cx="4572000" cy="76676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ru-RU" sz="1600" dirty="0"/>
              <a:t>      E=(6342) - существующие ресурсы, 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 sz="1600" dirty="0"/>
              <a:t>      P=(5322) - занятые ресурсы, </a:t>
            </a:r>
          </a:p>
          <a:p>
            <a:pPr eaLnBrk="1" hangingPunct="1">
              <a:buFont typeface="Wingdings 2" pitchFamily="18" charset="2"/>
              <a:buNone/>
            </a:pPr>
            <a:r>
              <a:rPr lang="ru-RU" sz="1600" dirty="0"/>
              <a:t>      A=(1020) - доступные ресурсы</a:t>
            </a:r>
          </a:p>
          <a:p>
            <a:pPr eaLnBrk="1" hangingPunct="1">
              <a:buFont typeface="Wingdings 2" pitchFamily="18" charset="2"/>
              <a:buNone/>
            </a:pPr>
            <a:endParaRPr lang="ru-RU" dirty="0"/>
          </a:p>
        </p:txBody>
      </p:sp>
      <p:pic>
        <p:nvPicPr>
          <p:cNvPr id="57348" name="Picture 4" descr="5-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71934" y="2500306"/>
            <a:ext cx="492442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5-1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1678769"/>
            <a:ext cx="3124200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>
                <a:solidFill>
                  <a:srgbClr val="4F81BD"/>
                </a:solidFill>
              </a:rPr>
              <a:t> Предотвращение  условий, необходимых для взаимоблокировок</a:t>
            </a:r>
            <a:br>
              <a:rPr lang="ru-RU" sz="3200" dirty="0">
                <a:solidFill>
                  <a:srgbClr val="4F81BD"/>
                </a:solidFill>
              </a:rPr>
            </a:br>
            <a:endParaRPr lang="ru-RU" sz="3200" dirty="0">
              <a:solidFill>
                <a:srgbClr val="4F81BD"/>
              </a:solidFill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108854"/>
              </p:ext>
            </p:extLst>
          </p:nvPr>
        </p:nvGraphicFramePr>
        <p:xfrm>
          <a:off x="1452541" y="1698609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0"/>
            <a:ext cx="7884470" cy="11430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ru-RU" sz="3600" b="1" dirty="0">
                <a:solidFill>
                  <a:srgbClr val="4F81BD"/>
                </a:solidFill>
              </a:rPr>
              <a:t>Системные средства синхронизации</a:t>
            </a:r>
          </a:p>
        </p:txBody>
      </p:sp>
      <p:sp>
        <p:nvSpPr>
          <p:cNvPr id="58371" name="Содержимое 2"/>
          <p:cNvSpPr>
            <a:spLocks noGrp="1"/>
          </p:cNvSpPr>
          <p:nvPr>
            <p:ph idx="1"/>
          </p:nvPr>
        </p:nvSpPr>
        <p:spPr>
          <a:xfrm>
            <a:off x="1357290" y="1214422"/>
            <a:ext cx="7499350" cy="4800600"/>
          </a:xfrm>
        </p:spPr>
        <p:txBody>
          <a:bodyPr/>
          <a:lstStyle/>
          <a:p>
            <a:pPr eaLnBrk="1" hangingPunct="1"/>
            <a:r>
              <a:rPr lang="ru-RU" sz="2400" dirty="0"/>
              <a:t>Системные семафоры;</a:t>
            </a:r>
          </a:p>
          <a:p>
            <a:r>
              <a:rPr lang="ru-RU" sz="2400" dirty="0" err="1"/>
              <a:t>мьютексы</a:t>
            </a:r>
            <a:r>
              <a:rPr lang="ru-RU" sz="2400" dirty="0"/>
              <a:t>; </a:t>
            </a:r>
            <a:endParaRPr lang="en-US" sz="2400" dirty="0"/>
          </a:p>
          <a:p>
            <a:r>
              <a:rPr lang="ru-RU" sz="2400" dirty="0"/>
              <a:t>события;</a:t>
            </a:r>
            <a:r>
              <a:rPr lang="en-US" sz="2400" dirty="0"/>
              <a:t> </a:t>
            </a:r>
            <a:endParaRPr lang="ru-RU" sz="2400" dirty="0"/>
          </a:p>
          <a:p>
            <a:r>
              <a:rPr lang="ru-RU" sz="2400" dirty="0"/>
              <a:t>таймеры; </a:t>
            </a:r>
            <a:endParaRPr lang="en-US" sz="2400" dirty="0"/>
          </a:p>
          <a:p>
            <a:r>
              <a:rPr lang="ru-RU" sz="2400" dirty="0"/>
              <a:t>файлы, процессы, потоки…</a:t>
            </a:r>
            <a:endParaRPr lang="en-US" sz="2400" dirty="0"/>
          </a:p>
          <a:p>
            <a:pPr marL="0" indent="0">
              <a:buNone/>
            </a:pP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963382"/>
              </p:ext>
            </p:extLst>
          </p:nvPr>
        </p:nvGraphicFramePr>
        <p:xfrm>
          <a:off x="1857356" y="4214818"/>
          <a:ext cx="628654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Wait</a:t>
                      </a:r>
                      <a:r>
                        <a:rPr lang="ru-RU" sz="1800" dirty="0"/>
                        <a:t> ( 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(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Windows 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WaitForSingleObjekt</a:t>
                      </a:r>
                      <a:r>
                        <a:rPr lang="en-US" sz="1800" dirty="0"/>
                        <a:t> ( )</a:t>
                      </a:r>
                      <a:endParaRPr lang="ru-RU" sz="18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WaitForMultipleObjekt</a:t>
                      </a:r>
                      <a:r>
                        <a:rPr lang="en-US" sz="1800" dirty="0"/>
                        <a:t> ( )</a:t>
                      </a:r>
                      <a:endParaRPr lang="ru-RU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SetEvent</a:t>
                      </a:r>
                      <a:r>
                        <a:rPr lang="en-US" dirty="0"/>
                        <a:t> (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sleep 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wakeup (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OS/2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DosSemWait</a:t>
                      </a:r>
                      <a:r>
                        <a:rPr lang="en-US" dirty="0"/>
                        <a:t> 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DosSemSet</a:t>
                      </a:r>
                      <a:r>
                        <a:rPr lang="en-US" dirty="0"/>
                        <a:t> (</a:t>
                      </a:r>
                      <a:r>
                        <a:rPr lang="en-US" baseline="0" dirty="0"/>
                        <a:t> 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авая фигурная скобка 4"/>
          <p:cNvSpPr/>
          <p:nvPr/>
        </p:nvSpPr>
        <p:spPr>
          <a:xfrm>
            <a:off x="5643570" y="1285860"/>
            <a:ext cx="285752" cy="23574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84168" y="2276872"/>
            <a:ext cx="166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объекты</a:t>
            </a:r>
            <a:r>
              <a:rPr lang="en-US" dirty="0"/>
              <a:t> </a:t>
            </a:r>
            <a:r>
              <a:rPr lang="ru-RU" dirty="0"/>
              <a:t>ядра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4294967295"/>
          </p:nvPr>
        </p:nvSpPr>
        <p:spPr>
          <a:xfrm>
            <a:off x="1644650" y="357188"/>
            <a:ext cx="7499350" cy="4800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u-RU" b="1" dirty="0" err="1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Мьютексы</a:t>
            </a:r>
            <a:r>
              <a:rPr lang="ru-RU" sz="2800" dirty="0"/>
              <a:t> (от </a:t>
            </a:r>
            <a:r>
              <a:rPr lang="ru-RU" sz="2800" dirty="0" err="1"/>
              <a:t>MUTual</a:t>
            </a:r>
            <a:r>
              <a:rPr lang="ru-RU" sz="2800" dirty="0"/>
              <a:t> E</a:t>
            </a:r>
            <a:r>
              <a:rPr lang="en-US" sz="2800" dirty="0"/>
              <a:t>x</a:t>
            </a:r>
            <a:r>
              <a:rPr lang="ru-RU" sz="2800" dirty="0" err="1"/>
              <a:t>clusion</a:t>
            </a:r>
            <a:r>
              <a:rPr lang="ru-RU" sz="2800" dirty="0"/>
              <a:t> -взаимоисключения) – объекты ядра</a:t>
            </a:r>
            <a:r>
              <a:rPr lang="en-US" sz="2800" dirty="0"/>
              <a:t>,</a:t>
            </a:r>
            <a:r>
              <a:rPr lang="ru-RU" sz="2800" dirty="0"/>
              <a:t>  позволяют координировать взаимное исключение доступа к разделяемому ресурсу.</a:t>
            </a:r>
          </a:p>
          <a:p>
            <a:pPr eaLnBrk="1" hangingPunct="1"/>
            <a:r>
              <a:rPr lang="ru-RU" b="1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Системные семафоры </a:t>
            </a:r>
            <a:r>
              <a:rPr lang="ru-RU" sz="2800" dirty="0"/>
              <a:t>- принцип действия </a:t>
            </a:r>
            <a:r>
              <a:rPr lang="ru-RU" sz="2800" dirty="0" err="1"/>
              <a:t>мьютексов</a:t>
            </a:r>
            <a:r>
              <a:rPr lang="ru-RU" sz="2800" dirty="0"/>
              <a:t>, но в них заложена возможность подсчета ресурсов, что позволяет заранее определенному числу потоков одновременно войти в синхронизуемый участок кода.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2976" y="357166"/>
            <a:ext cx="750099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u-RU" sz="3200" b="1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События</a:t>
            </a:r>
            <a:r>
              <a:rPr lang="ru-RU" sz="2800" dirty="0"/>
              <a:t> используются в качестве сигналов о завершении какой-либо операции.</a:t>
            </a:r>
          </a:p>
          <a:p>
            <a:pPr eaLnBrk="1" hangingPunct="1"/>
            <a:endParaRPr lang="ru-RU" sz="2800" dirty="0"/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942688055"/>
              </p:ext>
            </p:extLst>
          </p:nvPr>
        </p:nvGraphicFramePr>
        <p:xfrm>
          <a:off x="1259632" y="1844824"/>
          <a:ext cx="7572396" cy="4669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30400" y="-27861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4F81BD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Сигнал </a:t>
            </a:r>
            <a:endParaRPr lang="ru-RU" sz="4000" dirty="0">
              <a:solidFill>
                <a:srgbClr val="4F81BD"/>
              </a:solidFill>
            </a:endParaRPr>
          </a:p>
        </p:txBody>
      </p:sp>
      <p:sp>
        <p:nvSpPr>
          <p:cNvPr id="60419" name="Содержимое 2"/>
          <p:cNvSpPr>
            <a:spLocks noGrp="1"/>
          </p:cNvSpPr>
          <p:nvPr>
            <p:ph idx="4294967295"/>
          </p:nvPr>
        </p:nvSpPr>
        <p:spPr>
          <a:xfrm>
            <a:off x="0" y="1196975"/>
            <a:ext cx="9144000" cy="48006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ru-RU" sz="2800" dirty="0"/>
              <a:t>	или виртуальное прерывание является сообщением, 	которое система посылает процессу или один процесс 	посылает другому</a:t>
            </a:r>
            <a:r>
              <a:rPr lang="ru-RU" dirty="0"/>
              <a:t>.</a:t>
            </a:r>
          </a:p>
          <a:p>
            <a:pPr eaLnBrk="1" hangingPunct="1">
              <a:buNone/>
            </a:pP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  <a:t>Мониторы Хоара</a:t>
            </a:r>
            <a:br>
              <a:rPr lang="ru-RU" b="1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76066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9772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499350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>
                <a:solidFill>
                  <a:srgbClr val="800000"/>
                </a:solidFill>
              </a:rPr>
              <a:t>Ждущие таймеры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1214414" y="642918"/>
          <a:ext cx="7572428" cy="5572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1">
        <p:bldAsOne/>
      </p:bldGraphic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4F81BD"/>
                </a:solidFill>
              </a:rPr>
              <a:t>Обмен данными между процессами и потоками</a:t>
            </a:r>
            <a:endParaRPr lang="en-US" sz="3200" b="1" dirty="0">
              <a:solidFill>
                <a:srgbClr val="4F81BD"/>
              </a:solidFill>
            </a:endParaRPr>
          </a:p>
        </p:txBody>
      </p:sp>
      <p:graphicFrame>
        <p:nvGraphicFramePr>
          <p:cNvPr id="3" name="Содержимое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929285"/>
              </p:ext>
            </p:extLst>
          </p:nvPr>
        </p:nvGraphicFramePr>
        <p:xfrm>
          <a:off x="0" y="1000108"/>
          <a:ext cx="9144000" cy="1060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7" cstate="print">
            <a:lum contrast="40000"/>
          </a:blip>
          <a:srcRect/>
          <a:stretch>
            <a:fillRect/>
          </a:stretch>
        </p:blipFill>
        <p:spPr bwMode="auto">
          <a:xfrm>
            <a:off x="971600" y="2132621"/>
            <a:ext cx="7800975" cy="47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ru-RU" b="1" dirty="0">
                <a:solidFill>
                  <a:schemeClr val="accent1"/>
                </a:solidFill>
              </a:rPr>
              <a:t>Каналы</a:t>
            </a:r>
            <a:br>
              <a:rPr lang="ru-RU" b="1" dirty="0">
                <a:solidFill>
                  <a:schemeClr val="accent1"/>
                </a:solidFill>
              </a:rPr>
            </a:br>
            <a:endParaRPr lang="ru-RU" dirty="0"/>
          </a:p>
        </p:txBody>
      </p:sp>
      <p:graphicFrame>
        <p:nvGraphicFramePr>
          <p:cNvPr id="12" name="Содержимое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59942507"/>
              </p:ext>
            </p:extLst>
          </p:nvPr>
        </p:nvGraphicFramePr>
        <p:xfrm>
          <a:off x="1259632" y="1628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00100" y="285728"/>
            <a:ext cx="7786742" cy="301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ru-RU" sz="3200" dirty="0">
                <a:solidFill>
                  <a:srgbClr val="4F81BD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Очереди сообщений</a:t>
            </a:r>
          </a:p>
          <a:p>
            <a:pPr eaLnBrk="0" hangingPunct="0"/>
            <a:endParaRPr lang="en-US" sz="3200" dirty="0">
              <a:solidFill>
                <a:srgbClr val="4F81BD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buFont typeface="Arial" pitchFamily="34" charset="0"/>
              <a:buChar char="•"/>
            </a:pPr>
            <a:r>
              <a:rPr lang="ru-RU" dirty="0"/>
              <a:t>позволяют процессам и потокам обмениваться структурированными сообщениями;</a:t>
            </a:r>
          </a:p>
          <a:p>
            <a:endParaRPr lang="ru-RU" dirty="0"/>
          </a:p>
          <a:p>
            <a:pPr>
              <a:buFont typeface="Arial" pitchFamily="34" charset="0"/>
              <a:buChar char="•"/>
            </a:pPr>
            <a:r>
              <a:rPr lang="ru-RU" dirty="0"/>
              <a:t> являются глобальными средствами коммуникаций для процессов, так как каждая очередь в пределах ОС имеет уникальное имя.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11560" y="3212976"/>
            <a:ext cx="835824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42900" algn="just"/>
            <a:r>
              <a:rPr lang="ru-RU" sz="1600" dirty="0">
                <a:latin typeface="Cambria" pitchFamily="18" charset="0"/>
                <a:cs typeface="Arial" pitchFamily="34" charset="0"/>
              </a:rPr>
              <a:t> </a:t>
            </a:r>
            <a:r>
              <a:rPr lang="ru-RU" sz="3200" dirty="0">
                <a:solidFill>
                  <a:srgbClr val="4F81BD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Почтовые ящики </a:t>
            </a:r>
          </a:p>
          <a:p>
            <a:pPr lvl="0" indent="342900" algn="just"/>
            <a:endParaRPr lang="ru-RU" sz="3200" dirty="0">
              <a:solidFill>
                <a:srgbClr val="4F81BD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 indent="342900" algn="just" eaLnBrk="0" hangingPunct="0"/>
            <a:r>
              <a:rPr lang="ru-RU" dirty="0">
                <a:latin typeface="Arial" pitchFamily="34" charset="0"/>
                <a:ea typeface="Times New Roman" pitchFamily="18" charset="0"/>
                <a:cs typeface="Arial" pitchFamily="34" charset="0"/>
              </a:rPr>
              <a:t>Почтовые ящики обеспечивают только однонаправленные соединения.  </a:t>
            </a:r>
            <a:endParaRPr lang="en-US" sz="1100" dirty="0">
              <a:latin typeface="Arial" pitchFamily="34" charset="0"/>
              <a:cs typeface="Arial" pitchFamily="34" charset="0"/>
            </a:endParaRPr>
          </a:p>
          <a:p>
            <a:pPr lvl="0" indent="342900" algn="just" eaLnBrk="0" hangingPunct="0"/>
            <a:endParaRPr lang="ru-RU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3200" b="1" dirty="0" err="1">
                <a:solidFill>
                  <a:srgbClr val="4F81BD"/>
                </a:solidFill>
              </a:rPr>
              <a:t>Сокеты</a:t>
            </a:r>
            <a:endParaRPr lang="ru-RU" sz="3200" b="1" dirty="0">
              <a:solidFill>
                <a:srgbClr val="4F81BD"/>
              </a:solidFill>
            </a:endParaRPr>
          </a:p>
        </p:txBody>
      </p:sp>
      <p:pic>
        <p:nvPicPr>
          <p:cNvPr id="64515" name="Picture 5" descr="C:\Documents and Settings\Администратор\Рабочий стол\eeeeeeeeeeeeeeeeeeeeeeeeee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13336" b="13336"/>
          <a:stretch>
            <a:fillRect/>
          </a:stretch>
        </p:blipFill>
        <p:spPr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>
                <a:solidFill>
                  <a:srgbClr val="4F81BD"/>
                </a:solidFill>
              </a:rPr>
              <a:t>Разделяемая память</a:t>
            </a:r>
          </a:p>
        </p:txBody>
      </p:sp>
      <p:grpSp>
        <p:nvGrpSpPr>
          <p:cNvPr id="63491" name="Group 23"/>
          <p:cNvGrpSpPr>
            <a:grpSpLocks noChangeAspect="1"/>
          </p:cNvGrpSpPr>
          <p:nvPr/>
        </p:nvGrpSpPr>
        <p:grpSpPr bwMode="auto">
          <a:xfrm>
            <a:off x="1214438" y="1571625"/>
            <a:ext cx="3571875" cy="4929188"/>
            <a:chOff x="2985" y="7956"/>
            <a:chExt cx="6509" cy="5176"/>
          </a:xfrm>
        </p:grpSpPr>
        <p:sp>
          <p:nvSpPr>
            <p:cNvPr id="63509" name="AutoShape 24"/>
            <p:cNvSpPr>
              <a:spLocks noChangeAspect="1" noChangeArrowheads="1"/>
            </p:cNvSpPr>
            <p:nvPr/>
          </p:nvSpPr>
          <p:spPr bwMode="auto">
            <a:xfrm>
              <a:off x="2985" y="7956"/>
              <a:ext cx="6508" cy="5176"/>
            </a:xfrm>
            <a:prstGeom prst="rect">
              <a:avLst/>
            </a:prstGeom>
            <a:noFill/>
            <a:ln w="63500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63510" name="Group 25"/>
            <p:cNvGrpSpPr>
              <a:grpSpLocks/>
            </p:cNvGrpSpPr>
            <p:nvPr/>
          </p:nvGrpSpPr>
          <p:grpSpPr bwMode="auto">
            <a:xfrm>
              <a:off x="3376" y="7956"/>
              <a:ext cx="6118" cy="4452"/>
              <a:chOff x="3373" y="7956"/>
              <a:chExt cx="6118" cy="4452"/>
            </a:xfrm>
          </p:grpSpPr>
          <p:sp>
            <p:nvSpPr>
              <p:cNvPr id="62490" name="Rectangle 26"/>
              <p:cNvSpPr>
                <a:spLocks noChangeArrowheads="1"/>
              </p:cNvSpPr>
              <p:nvPr/>
            </p:nvSpPr>
            <p:spPr bwMode="auto">
              <a:xfrm>
                <a:off x="3373" y="10733"/>
                <a:ext cx="1698" cy="16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2491" name="Rectangle 27"/>
              <p:cNvSpPr>
                <a:spLocks noChangeArrowheads="1"/>
              </p:cNvSpPr>
              <p:nvPr/>
            </p:nvSpPr>
            <p:spPr bwMode="auto">
              <a:xfrm>
                <a:off x="8189" y="9215"/>
                <a:ext cx="1302" cy="279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2492" name="Rectangle 28"/>
              <p:cNvSpPr>
                <a:spLocks noChangeArrowheads="1"/>
              </p:cNvSpPr>
              <p:nvPr/>
            </p:nvSpPr>
            <p:spPr bwMode="auto">
              <a:xfrm>
                <a:off x="6031" y="10053"/>
                <a:ext cx="1412" cy="195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2493" name="Text Box 29"/>
              <p:cNvSpPr txBox="1">
                <a:spLocks noChangeArrowheads="1"/>
              </p:cNvSpPr>
              <p:nvPr/>
            </p:nvSpPr>
            <p:spPr bwMode="auto">
              <a:xfrm>
                <a:off x="5753" y="9636"/>
                <a:ext cx="1938" cy="4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22860" rIns="45720" bIns="22860"/>
              <a:lstStyle/>
              <a:p>
                <a:pPr algn="ctr">
                  <a:spcAft>
                    <a:spcPts val="1000"/>
                  </a:spcAft>
                  <a:defRPr/>
                </a:pPr>
                <a:r>
                  <a:rPr lang="ru-RU" sz="1050" dirty="0">
                    <a:latin typeface="Calibri" pitchFamily="34" charset="0"/>
                  </a:rPr>
                  <a:t>Физическая память</a:t>
                </a:r>
                <a:endParaRPr lang="ru-RU" sz="1050" dirty="0">
                  <a:latin typeface="Arial" pitchFamily="34" charset="0"/>
                </a:endParaRPr>
              </a:p>
            </p:txBody>
          </p:sp>
          <p:sp>
            <p:nvSpPr>
              <p:cNvPr id="62494" name="Text Box 30"/>
              <p:cNvSpPr txBox="1">
                <a:spLocks noChangeArrowheads="1"/>
              </p:cNvSpPr>
              <p:nvPr/>
            </p:nvSpPr>
            <p:spPr bwMode="auto">
              <a:xfrm>
                <a:off x="6031" y="10471"/>
                <a:ext cx="1383" cy="820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45720" tIns="22860" rIns="45720" bIns="22860"/>
              <a:lstStyle/>
              <a:p>
                <a:pPr algn="ctr">
                  <a:lnSpc>
                    <a:spcPct val="80000"/>
                  </a:lnSpc>
                  <a:spcAft>
                    <a:spcPts val="1000"/>
                  </a:spcAft>
                  <a:defRPr/>
                </a:pPr>
                <a:r>
                  <a:rPr lang="ru-RU" sz="1050" dirty="0">
                    <a:latin typeface="Calibri" pitchFamily="34" charset="0"/>
                  </a:rPr>
                  <a:t>Совместно используемая физическая память</a:t>
                </a:r>
                <a:endParaRPr lang="ru-RU" sz="1050" dirty="0">
                  <a:latin typeface="Arial" pitchFamily="34" charset="0"/>
                </a:endParaRPr>
              </a:p>
            </p:txBody>
          </p:sp>
          <p:sp>
            <p:nvSpPr>
              <p:cNvPr id="63517" name="Rectangle 31"/>
              <p:cNvSpPr>
                <a:spLocks noChangeArrowheads="1"/>
              </p:cNvSpPr>
              <p:nvPr/>
            </p:nvSpPr>
            <p:spPr bwMode="auto">
              <a:xfrm>
                <a:off x="3373" y="11332"/>
                <a:ext cx="1689" cy="525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18" name="Rectangle 32"/>
              <p:cNvSpPr>
                <a:spLocks noChangeArrowheads="1"/>
              </p:cNvSpPr>
              <p:nvPr/>
            </p:nvSpPr>
            <p:spPr bwMode="auto">
              <a:xfrm>
                <a:off x="8189" y="10453"/>
                <a:ext cx="1302" cy="856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19" name="Line 33"/>
              <p:cNvSpPr>
                <a:spLocks noChangeShapeType="1"/>
              </p:cNvSpPr>
              <p:nvPr/>
            </p:nvSpPr>
            <p:spPr bwMode="auto">
              <a:xfrm>
                <a:off x="7415" y="11170"/>
                <a:ext cx="830" cy="13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0" name="Line 34"/>
              <p:cNvSpPr>
                <a:spLocks noChangeShapeType="1"/>
              </p:cNvSpPr>
              <p:nvPr/>
            </p:nvSpPr>
            <p:spPr bwMode="auto">
              <a:xfrm flipH="1" flipV="1">
                <a:off x="7415" y="10751"/>
                <a:ext cx="830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2499" name="Rectangle 35"/>
              <p:cNvSpPr>
                <a:spLocks noChangeArrowheads="1"/>
              </p:cNvSpPr>
              <p:nvPr/>
            </p:nvSpPr>
            <p:spPr bwMode="auto">
              <a:xfrm>
                <a:off x="3378" y="8498"/>
                <a:ext cx="1692" cy="16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3522" name="Rectangle 36"/>
              <p:cNvSpPr>
                <a:spLocks noChangeArrowheads="1"/>
              </p:cNvSpPr>
              <p:nvPr/>
            </p:nvSpPr>
            <p:spPr bwMode="auto">
              <a:xfrm>
                <a:off x="3380" y="9056"/>
                <a:ext cx="1682" cy="420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3" name="Line 37"/>
              <p:cNvSpPr>
                <a:spLocks noChangeShapeType="1"/>
              </p:cNvSpPr>
              <p:nvPr/>
            </p:nvSpPr>
            <p:spPr bwMode="auto">
              <a:xfrm flipV="1">
                <a:off x="5062" y="11151"/>
                <a:ext cx="968" cy="6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4" name="Line 38"/>
              <p:cNvSpPr>
                <a:spLocks noChangeShapeType="1"/>
              </p:cNvSpPr>
              <p:nvPr/>
            </p:nvSpPr>
            <p:spPr bwMode="auto">
              <a:xfrm flipV="1">
                <a:off x="5062" y="10733"/>
                <a:ext cx="968" cy="6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5" name="Line 39"/>
              <p:cNvSpPr>
                <a:spLocks noChangeShapeType="1"/>
              </p:cNvSpPr>
              <p:nvPr/>
            </p:nvSpPr>
            <p:spPr bwMode="auto">
              <a:xfrm>
                <a:off x="5062" y="9476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6" name="Line 40"/>
              <p:cNvSpPr>
                <a:spLocks noChangeShapeType="1"/>
              </p:cNvSpPr>
              <p:nvPr/>
            </p:nvSpPr>
            <p:spPr bwMode="auto">
              <a:xfrm>
                <a:off x="5062" y="9476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7" name="Line 41"/>
              <p:cNvSpPr>
                <a:spLocks noChangeShapeType="1"/>
              </p:cNvSpPr>
              <p:nvPr/>
            </p:nvSpPr>
            <p:spPr bwMode="auto">
              <a:xfrm>
                <a:off x="5062" y="9476"/>
                <a:ext cx="968" cy="16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8" name="Line 42"/>
              <p:cNvSpPr>
                <a:spLocks noChangeShapeType="1"/>
              </p:cNvSpPr>
              <p:nvPr/>
            </p:nvSpPr>
            <p:spPr bwMode="auto">
              <a:xfrm>
                <a:off x="5062" y="9056"/>
                <a:ext cx="968" cy="16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29" name="Text Box 43"/>
              <p:cNvSpPr txBox="1">
                <a:spLocks noChangeArrowheads="1"/>
              </p:cNvSpPr>
              <p:nvPr/>
            </p:nvSpPr>
            <p:spPr bwMode="auto">
              <a:xfrm>
                <a:off x="8189" y="10431"/>
                <a:ext cx="1302" cy="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22860" rIns="45720" bIns="22860"/>
              <a:lstStyle/>
              <a:p>
                <a:pPr>
                  <a:spcAft>
                    <a:spcPts val="1000"/>
                  </a:spcAft>
                </a:pPr>
                <a:r>
                  <a:rPr lang="ru-RU" sz="900">
                    <a:latin typeface="Calibri" pitchFamily="34" charset="0"/>
                  </a:rPr>
                  <a:t>Файл подкачки загрузочный модуль или файл данных</a:t>
                </a:r>
                <a:endParaRPr lang="ru-RU" sz="900"/>
              </a:p>
            </p:txBody>
          </p:sp>
          <p:sp>
            <p:nvSpPr>
              <p:cNvPr id="63530" name="Text Box 44"/>
              <p:cNvSpPr txBox="1">
                <a:spLocks noChangeArrowheads="1"/>
              </p:cNvSpPr>
              <p:nvPr/>
            </p:nvSpPr>
            <p:spPr bwMode="auto">
              <a:xfrm>
                <a:off x="3539" y="7956"/>
                <a:ext cx="2215" cy="8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22860" rIns="45720" bIns="22860"/>
              <a:lstStyle/>
              <a:p>
                <a:pPr>
                  <a:spcAft>
                    <a:spcPts val="1000"/>
                  </a:spcAft>
                </a:pPr>
                <a:r>
                  <a:rPr lang="ru-RU" sz="900">
                    <a:latin typeface="Calibri" pitchFamily="34" charset="0"/>
                  </a:rPr>
                  <a:t>Виртуальное адресное пространство процесса 1</a:t>
                </a:r>
                <a:endParaRPr lang="ru-RU" sz="900"/>
              </a:p>
            </p:txBody>
          </p:sp>
        </p:grpSp>
        <p:sp>
          <p:nvSpPr>
            <p:cNvPr id="63511" name="Text Box 45"/>
            <p:cNvSpPr txBox="1">
              <a:spLocks noChangeArrowheads="1"/>
            </p:cNvSpPr>
            <p:nvPr/>
          </p:nvSpPr>
          <p:spPr bwMode="auto">
            <a:xfrm>
              <a:off x="3544" y="12577"/>
              <a:ext cx="2216" cy="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22860" rIns="45720" bIns="22860"/>
            <a:lstStyle/>
            <a:p>
              <a:pPr>
                <a:spcAft>
                  <a:spcPts val="1000"/>
                </a:spcAft>
              </a:pPr>
              <a:r>
                <a:rPr lang="ru-RU" sz="900">
                  <a:latin typeface="Calibri" pitchFamily="34" charset="0"/>
                </a:rPr>
                <a:t>Виртуальное адресное пространство процесса 2</a:t>
              </a:r>
              <a:endParaRPr lang="ru-RU" sz="900"/>
            </a:p>
          </p:txBody>
        </p:sp>
      </p:grpSp>
      <p:sp>
        <p:nvSpPr>
          <p:cNvPr id="63492" name="Rectangle 6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pSp>
        <p:nvGrpSpPr>
          <p:cNvPr id="63493" name="Group 46"/>
          <p:cNvGrpSpPr>
            <a:grpSpLocks noChangeAspect="1"/>
          </p:cNvGrpSpPr>
          <p:nvPr/>
        </p:nvGrpSpPr>
        <p:grpSpPr bwMode="auto">
          <a:xfrm>
            <a:off x="5143500" y="1571625"/>
            <a:ext cx="3643313" cy="4929188"/>
            <a:chOff x="2913" y="-684"/>
            <a:chExt cx="7062" cy="4181"/>
          </a:xfrm>
        </p:grpSpPr>
        <p:sp>
          <p:nvSpPr>
            <p:cNvPr id="63494" name="AutoShape 62"/>
            <p:cNvSpPr>
              <a:spLocks noChangeAspect="1" noChangeArrowheads="1" noTextEdit="1"/>
            </p:cNvSpPr>
            <p:nvPr/>
          </p:nvSpPr>
          <p:spPr bwMode="auto">
            <a:xfrm>
              <a:off x="2913" y="-684"/>
              <a:ext cx="7062" cy="4181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chemeClr val="bg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63495" name="Group 49"/>
            <p:cNvGrpSpPr>
              <a:grpSpLocks/>
            </p:cNvGrpSpPr>
            <p:nvPr/>
          </p:nvGrpSpPr>
          <p:grpSpPr bwMode="auto">
            <a:xfrm>
              <a:off x="3537" y="-117"/>
              <a:ext cx="5676" cy="3186"/>
              <a:chOff x="3537" y="-117"/>
              <a:chExt cx="5676" cy="3186"/>
            </a:xfrm>
          </p:grpSpPr>
          <p:sp>
            <p:nvSpPr>
              <p:cNvPr id="62524" name="Rectangle 60"/>
              <p:cNvSpPr>
                <a:spLocks noChangeArrowheads="1"/>
              </p:cNvSpPr>
              <p:nvPr/>
            </p:nvSpPr>
            <p:spPr bwMode="auto">
              <a:xfrm>
                <a:off x="3538" y="-117"/>
                <a:ext cx="1255" cy="318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2523" name="Rectangle 59"/>
              <p:cNvSpPr>
                <a:spLocks noChangeArrowheads="1"/>
              </p:cNvSpPr>
              <p:nvPr/>
            </p:nvSpPr>
            <p:spPr bwMode="auto">
              <a:xfrm>
                <a:off x="7966" y="-117"/>
                <a:ext cx="1246" cy="318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2522" name="Rectangle 58"/>
              <p:cNvSpPr>
                <a:spLocks noChangeArrowheads="1"/>
              </p:cNvSpPr>
              <p:nvPr/>
            </p:nvSpPr>
            <p:spPr bwMode="auto">
              <a:xfrm>
                <a:off x="5753" y="720"/>
                <a:ext cx="1412" cy="22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3501" name="Text Box 57"/>
              <p:cNvSpPr txBox="1">
                <a:spLocks noChangeArrowheads="1"/>
              </p:cNvSpPr>
              <p:nvPr/>
            </p:nvSpPr>
            <p:spPr bwMode="auto">
              <a:xfrm>
                <a:off x="5476" y="303"/>
                <a:ext cx="1797" cy="4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45720" tIns="22860" rIns="45720" bIns="22860"/>
              <a:lstStyle/>
              <a:p>
                <a:pPr eaLnBrk="0" hangingPunct="0"/>
                <a:r>
                  <a:rPr lang="ru-RU" sz="1000">
                    <a:cs typeface="Times New Roman" pitchFamily="18" charset="0"/>
                  </a:rPr>
                  <a:t>Физическая память</a:t>
                </a:r>
                <a:endParaRPr lang="ru-RU" sz="1000"/>
              </a:p>
            </p:txBody>
          </p:sp>
          <p:sp>
            <p:nvSpPr>
              <p:cNvPr id="63502" name="Text Box 56"/>
              <p:cNvSpPr txBox="1">
                <a:spLocks noChangeArrowheads="1"/>
              </p:cNvSpPr>
              <p:nvPr/>
            </p:nvSpPr>
            <p:spPr bwMode="auto">
              <a:xfrm>
                <a:off x="5752" y="1138"/>
                <a:ext cx="1385" cy="796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45720" tIns="22860" rIns="45720" bIns="22860"/>
              <a:lstStyle/>
              <a:p>
                <a:pPr algn="ctr" eaLnBrk="0" hangingPunct="0"/>
                <a:r>
                  <a:rPr lang="ru-RU" sz="900">
                    <a:cs typeface="Times New Roman" pitchFamily="18" charset="0"/>
                  </a:rPr>
                  <a:t>Совместно используемая физическая память</a:t>
                </a:r>
                <a:endParaRPr lang="ru-RU" sz="900"/>
              </a:p>
            </p:txBody>
          </p:sp>
          <p:sp>
            <p:nvSpPr>
              <p:cNvPr id="63503" name="Rectangle 55"/>
              <p:cNvSpPr>
                <a:spLocks noChangeArrowheads="1"/>
              </p:cNvSpPr>
              <p:nvPr/>
            </p:nvSpPr>
            <p:spPr bwMode="auto">
              <a:xfrm>
                <a:off x="3537" y="1834"/>
                <a:ext cx="1246" cy="479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04" name="Rectangle 54"/>
              <p:cNvSpPr>
                <a:spLocks noChangeArrowheads="1"/>
              </p:cNvSpPr>
              <p:nvPr/>
            </p:nvSpPr>
            <p:spPr bwMode="auto">
              <a:xfrm>
                <a:off x="7967" y="1556"/>
                <a:ext cx="1246" cy="477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05" name="Line 53"/>
              <p:cNvSpPr>
                <a:spLocks noChangeShapeType="1"/>
              </p:cNvSpPr>
              <p:nvPr/>
            </p:nvSpPr>
            <p:spPr bwMode="auto">
              <a:xfrm flipV="1">
                <a:off x="4783" y="1834"/>
                <a:ext cx="969" cy="4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06" name="Line 52"/>
              <p:cNvSpPr>
                <a:spLocks noChangeShapeType="1"/>
              </p:cNvSpPr>
              <p:nvPr/>
            </p:nvSpPr>
            <p:spPr bwMode="auto">
              <a:xfrm flipV="1">
                <a:off x="4783" y="1416"/>
                <a:ext cx="969" cy="4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07" name="Line 51"/>
              <p:cNvSpPr>
                <a:spLocks noChangeShapeType="1"/>
              </p:cNvSpPr>
              <p:nvPr/>
            </p:nvSpPr>
            <p:spPr bwMode="auto">
              <a:xfrm>
                <a:off x="7137" y="1834"/>
                <a:ext cx="83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3508" name="Line 50"/>
              <p:cNvSpPr>
                <a:spLocks noChangeShapeType="1"/>
              </p:cNvSpPr>
              <p:nvPr/>
            </p:nvSpPr>
            <p:spPr bwMode="auto">
              <a:xfrm flipH="1" flipV="1">
                <a:off x="7137" y="1416"/>
                <a:ext cx="83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63496" name="Text Box 48"/>
            <p:cNvSpPr txBox="1">
              <a:spLocks noChangeArrowheads="1"/>
            </p:cNvSpPr>
            <p:nvPr/>
          </p:nvSpPr>
          <p:spPr bwMode="auto">
            <a:xfrm>
              <a:off x="3190" y="-684"/>
              <a:ext cx="2216" cy="5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22860" rIns="45720" bIns="22860"/>
            <a:lstStyle/>
            <a:p>
              <a:pPr eaLnBrk="0" hangingPunct="0"/>
              <a:r>
                <a:rPr lang="ru-RU" sz="800">
                  <a:cs typeface="Times New Roman" pitchFamily="18" charset="0"/>
                </a:rPr>
                <a:t>Виртуальное адресное пространство процесса 1</a:t>
              </a:r>
              <a:endParaRPr lang="ru-RU" sz="800"/>
            </a:p>
          </p:txBody>
        </p:sp>
        <p:sp>
          <p:nvSpPr>
            <p:cNvPr id="63497" name="Text Box 47"/>
            <p:cNvSpPr txBox="1">
              <a:spLocks noChangeArrowheads="1"/>
            </p:cNvSpPr>
            <p:nvPr/>
          </p:nvSpPr>
          <p:spPr bwMode="auto">
            <a:xfrm>
              <a:off x="7621" y="-684"/>
              <a:ext cx="2216" cy="5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22860" rIns="45720" bIns="22860"/>
            <a:lstStyle/>
            <a:p>
              <a:pPr eaLnBrk="0" hangingPunct="0"/>
              <a:r>
                <a:rPr lang="ru-RU" sz="800">
                  <a:cs typeface="Times New Roman" pitchFamily="18" charset="0"/>
                </a:rPr>
                <a:t>Виртуальное адресное пространство процесса 2</a:t>
              </a:r>
              <a:endParaRPr lang="ru-RU" sz="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16506</TotalTime>
  <Words>4879</Words>
  <Application>Microsoft Office PowerPoint</Application>
  <PresentationFormat>Экран (4:3)</PresentationFormat>
  <Paragraphs>481</Paragraphs>
  <Slides>84</Slides>
  <Notes>13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90" baseType="lpstr">
      <vt:lpstr>Arial</vt:lpstr>
      <vt:lpstr>Calibri</vt:lpstr>
      <vt:lpstr>Cambria</vt:lpstr>
      <vt:lpstr>Wingdings</vt:lpstr>
      <vt:lpstr>Wingdings 2</vt:lpstr>
      <vt:lpstr>Тема Office</vt:lpstr>
      <vt:lpstr>  Процессы и потоки </vt:lpstr>
      <vt:lpstr>Функции ОС по управлению процессами и потоками:</vt:lpstr>
      <vt:lpstr>Презентация PowerPoint</vt:lpstr>
      <vt:lpstr>Презентация PowerPoint</vt:lpstr>
      <vt:lpstr>Преимущества использования потоков: </vt:lpstr>
      <vt:lpstr>Задания и волокна</vt:lpstr>
      <vt:lpstr>Состояния потоков </vt:lpstr>
      <vt:lpstr> </vt:lpstr>
      <vt:lpstr>Создание процессов </vt:lpstr>
      <vt:lpstr>Создать процесс означает: </vt:lpstr>
      <vt:lpstr>Идентификаторы, дескрипторы и контекст </vt:lpstr>
      <vt:lpstr>Презентация PowerPoint</vt:lpstr>
      <vt:lpstr>Уничтожение процессов </vt:lpstr>
      <vt:lpstr>Планирование и диспетчеризация потоков </vt:lpstr>
      <vt:lpstr>Презентация PowerPoint</vt:lpstr>
      <vt:lpstr>Диспетчеризация </vt:lpstr>
      <vt:lpstr>Моменты перепланировки </vt:lpstr>
      <vt:lpstr>Лекция № 5</vt:lpstr>
      <vt:lpstr>Планирование процессов</vt:lpstr>
      <vt:lpstr>Алгоритмы планирования, основанные на квантовании </vt:lpstr>
      <vt:lpstr> Алгоритмы планирования, основанные на приоритетах </vt:lpstr>
      <vt:lpstr>Презентация PowerPoint</vt:lpstr>
      <vt:lpstr>Смешанный алгоритм планирования</vt:lpstr>
      <vt:lpstr>Схема назначения приоритета потокам в Windows NT</vt:lpstr>
      <vt:lpstr>Классы приоритетов процессов и приоритеты потоков Win32   </vt:lpstr>
      <vt:lpstr>Презентация PowerPoint</vt:lpstr>
      <vt:lpstr>Алгоритм планирования Linux</vt:lpstr>
      <vt:lpstr>Очередь исполнения и массивы  приоритетов в Linux </vt:lpstr>
      <vt:lpstr>Алгоритмы планирования в ОС пакетной обработки информации </vt:lpstr>
      <vt:lpstr>Презентация PowerPoint</vt:lpstr>
      <vt:lpstr>Презентация PowerPoint</vt:lpstr>
      <vt:lpstr>Презентация PowerPoint</vt:lpstr>
      <vt:lpstr>Планирование в интерактивных системах  </vt:lpstr>
      <vt:lpstr>Презентация PowerPoint</vt:lpstr>
      <vt:lpstr>4.Гарантированное планирование </vt:lpstr>
      <vt:lpstr>5. Лотерейное планирование</vt:lpstr>
      <vt:lpstr>6. Справедливое планирование</vt:lpstr>
      <vt:lpstr>Планирование в системах реального времени </vt:lpstr>
      <vt:lpstr>Презентация PowerPoint</vt:lpstr>
      <vt:lpstr>  </vt:lpstr>
      <vt:lpstr>Алгоритм Лью - Лейланда</vt:lpstr>
      <vt:lpstr>Лекция № 6</vt:lpstr>
      <vt:lpstr>Межпроцессное взаимодействие</vt:lpstr>
      <vt:lpstr>Презентация PowerPoint</vt:lpstr>
      <vt:lpstr> Гонки (взаимные состязания)  </vt:lpstr>
      <vt:lpstr>Презентация PowerPoint</vt:lpstr>
      <vt:lpstr>Способы реализации взаимного исключения</vt:lpstr>
      <vt:lpstr>Презентация PowerPoint</vt:lpstr>
      <vt:lpstr>Семафоры Дейкстры </vt:lpstr>
      <vt:lpstr>Решение классической задачи синхронизации «читатели – писатели» с помощью семафоров </vt:lpstr>
      <vt:lpstr>Проблема обедающих философов</vt:lpstr>
      <vt:lpstr>Официант </vt:lpstr>
      <vt:lpstr>Иерархия ресурсов </vt:lpstr>
      <vt:lpstr>Проблема спящего брадобрея</vt:lpstr>
      <vt:lpstr>Проблема</vt:lpstr>
      <vt:lpstr>Решение</vt:lpstr>
      <vt:lpstr>Взаимные блокировки    (тупики, клинчи, дедлоки) </vt:lpstr>
      <vt:lpstr>Презентация PowerPoint</vt:lpstr>
      <vt:lpstr>Условия взаимоблокировки: </vt:lpstr>
      <vt:lpstr>Моделирование взаимоблокировок</vt:lpstr>
      <vt:lpstr>Презентация PowerPoint</vt:lpstr>
      <vt:lpstr>Презентация PowerPoint</vt:lpstr>
      <vt:lpstr>Стратегии при столкновении с взаимными блокировками</vt:lpstr>
      <vt:lpstr>Обнаружение и устранение взаимоблокировок 1. Обнаружение взаимоблокировки при наличии одного ресурса каждого типа</vt:lpstr>
      <vt:lpstr>2. Обнаружение взаимоблокировки при наличии нескольких ресурсов каждого типа</vt:lpstr>
      <vt:lpstr>Презентация PowerPoint</vt:lpstr>
      <vt:lpstr>Презентация PowerPoint</vt:lpstr>
      <vt:lpstr>Выход из взаимной блокировки </vt:lpstr>
      <vt:lpstr>Динамическое избежание взаимоблокировок Траектории ресурсов </vt:lpstr>
      <vt:lpstr>Опасные и безопасные состояния </vt:lpstr>
      <vt:lpstr> Алгоритм банкира для одного вида ресурсов </vt:lpstr>
      <vt:lpstr>Алгоритм банкира для несколько видов ресурсов </vt:lpstr>
      <vt:lpstr> Предотвращение  условий, необходимых для взаимоблокировок </vt:lpstr>
      <vt:lpstr>Системные средства синхронизации</vt:lpstr>
      <vt:lpstr>Презентация PowerPoint</vt:lpstr>
      <vt:lpstr>Презентация PowerPoint</vt:lpstr>
      <vt:lpstr>Сигнал </vt:lpstr>
      <vt:lpstr>Мониторы Хоара </vt:lpstr>
      <vt:lpstr>Ждущие таймеры</vt:lpstr>
      <vt:lpstr>Обмен данными между процессами и потоками</vt:lpstr>
      <vt:lpstr>Каналы </vt:lpstr>
      <vt:lpstr>Презентация PowerPoint</vt:lpstr>
      <vt:lpstr>Сокеты</vt:lpstr>
      <vt:lpstr>Разделяемая память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Лекции по курсу «Операционные системы»</dc:title>
  <dc:creator>Acer</dc:creator>
  <cp:lastModifiedBy>local</cp:lastModifiedBy>
  <cp:revision>418</cp:revision>
  <dcterms:created xsi:type="dcterms:W3CDTF">2010-11-26T22:51:38Z</dcterms:created>
  <dcterms:modified xsi:type="dcterms:W3CDTF">2026-09-22T13:23:42Z</dcterms:modified>
</cp:coreProperties>
</file>